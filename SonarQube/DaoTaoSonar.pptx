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6" r:id="rId3"/>
    <p:sldId id="276" r:id="rId4"/>
    <p:sldId id="278" r:id="rId5"/>
    <p:sldId id="277" r:id="rId6"/>
    <p:sldId id="285" r:id="rId7"/>
    <p:sldId id="283" r:id="rId8"/>
    <p:sldId id="286" r:id="rId9"/>
    <p:sldId id="260" r:id="rId10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74327" autoAdjust="0"/>
  </p:normalViewPr>
  <p:slideViewPr>
    <p:cSldViewPr>
      <p:cViewPr varScale="1">
        <p:scale>
          <a:sx n="74" d="100"/>
          <a:sy n="74" d="100"/>
        </p:scale>
        <p:origin x="56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3130" cy="3401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49" y="1"/>
            <a:ext cx="4303130" cy="3401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6B140-141C-46C2-BCF6-B51514B1AFD9}" type="datetimeFigureOut">
              <a:rPr lang="en-US" smtClean="0"/>
              <a:t>1/21/2016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6399"/>
            <a:ext cx="4303130" cy="3401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49" y="6456399"/>
            <a:ext cx="4303130" cy="3401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45CB2-92A4-41AB-8F17-6D0979611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96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08D45B8-803F-4500-8BC7-8B290623E0AC}" type="datetimeFigureOut">
              <a:rPr lang="en-US" smtClean="0"/>
              <a:t>1/21/2016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509588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476945F-5204-41C3-BE61-96C0E4F94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7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10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67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4953000"/>
            <a:ext cx="121920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Tahoma" pitchFamily="34" charset="0"/>
              </a:rPr>
              <a:t>TRUNG TÂM CÔNG NGHỆ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Tahoma" pitchFamily="34" charset="0"/>
              </a:rPr>
              <a:t>TRUNG TÂM GIẢI PHÁP CÔNG NGHỆ THÔNG TIN VÀ VIỄN THÔNG VIETTEL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Tahoma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" y="1447800"/>
            <a:ext cx="12192001" cy="2667000"/>
          </a:xfrm>
          <a:prstGeom prst="rect">
            <a:avLst/>
          </a:prstGeom>
          <a:solidFill>
            <a:srgbClr val="0C3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i="1" kern="1200" dirty="0" smtClean="0">
                <a:solidFill>
                  <a:schemeClr val="lt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 SÁT CHẤT L</a:t>
            </a:r>
            <a:r>
              <a:rPr lang="vi-VN" sz="3000" b="1" i="1" kern="1200" dirty="0" smtClean="0">
                <a:solidFill>
                  <a:schemeClr val="lt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ƯỢNG</a:t>
            </a:r>
            <a:endParaRPr lang="en-US" sz="3000" b="1" i="1" kern="1200" dirty="0" smtClean="0">
              <a:solidFill>
                <a:schemeClr val="lt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3000" b="1" i="1" kern="1200" dirty="0" smtClean="0">
                <a:solidFill>
                  <a:schemeClr val="lt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MÃ NGUỒN BẰNG CÔNG CỤ SONARQUBE</a:t>
            </a:r>
            <a:endParaRPr lang="en-US" sz="3000" dirty="0" smtClean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9"/>
            <a:ext cx="2794101" cy="1003095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066800" y="76200"/>
            <a:ext cx="11038459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Tahoma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0" y="0"/>
            <a:ext cx="2419260" cy="14055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FF09200-454C-48D6-B0A9-744133986D4D}" type="datetime1">
              <a:rPr lang="en-US" smtClean="0"/>
              <a:t>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524626"/>
            <a:ext cx="609600" cy="333375"/>
          </a:xfrm>
          <a:prstGeom prst="rect">
            <a:avLst/>
          </a:prstGeom>
        </p:spPr>
        <p:txBody>
          <a:bodyPr/>
          <a:lstStyle/>
          <a:p>
            <a:fld id="{92BEBB8C-77F5-40D9-8B48-B78E5C420A3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E8893DD-4024-462A-8C42-B6F0234A5FA9}" type="datetime1">
              <a:rPr lang="en-US" smtClean="0"/>
              <a:t>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6BFC4CB-F08D-40C9-AFCD-E5757ABE85DB}" type="datetime1">
              <a:rPr lang="en-US" smtClean="0"/>
              <a:t>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2A37542-4BE3-4BE8-81F5-DDA603894195}" type="datetime1">
              <a:rPr lang="en-US" smtClean="0"/>
              <a:t>1/21/2016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6539821-05E1-430C-BF33-80B9CD838753}" type="datetime1">
              <a:rPr lang="en-US" smtClean="0"/>
              <a:t>1/21/2016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FAF71A7-D37E-49DE-BE96-52FE3B5F1BD7}" type="datetime1">
              <a:rPr lang="en-US" smtClean="0"/>
              <a:t>1/21/2016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1954F5A-44FB-4798-9D0E-AB3A83C8557F}" type="datetime1">
              <a:rPr lang="en-US" smtClean="0"/>
              <a:t>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873B72F-F2AE-46B1-A473-32DC628023D2}" type="datetime1">
              <a:rPr lang="en-US" smtClean="0"/>
              <a:t>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DE40618-159A-497E-99AA-CC1F3BF3C204}" type="datetime1">
              <a:rPr lang="en-US" smtClean="0"/>
              <a:t>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90FFCA73-B7D8-4097-8453-ABE0C7FDC707}" type="datetime1">
              <a:rPr lang="en-US" smtClean="0"/>
              <a:t>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2699" y="6381750"/>
            <a:ext cx="12223751" cy="215900"/>
          </a:xfrm>
          <a:prstGeom prst="rect">
            <a:avLst/>
          </a:prstGeom>
          <a:gradFill>
            <a:gsLst>
              <a:gs pos="0">
                <a:srgbClr val="0C3259">
                  <a:lumMod val="100000"/>
                </a:srgbClr>
              </a:gs>
              <a:gs pos="50000">
                <a:srgbClr val="2A4A70"/>
              </a:gs>
              <a:gs pos="100000">
                <a:srgbClr val="0C3259">
                  <a:lumMod val="9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500" b="1" dirty="0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docs.sonarqube.org/display/SONAR/Analyzing+with+SonarQube+Scanne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docs.sonarqube.org/display/SONAR/Analyzing+with+SonarQube+Scanner+for+MSBuil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sonarqube.org/display/PLUG/Android+Lint+Plugin" TargetMode="External"/><Relationship Id="rId2" Type="http://schemas.openxmlformats.org/officeDocument/2006/relationships/hyperlink" Target="http://docs.sonarqube.org/pages/viewpage.action?pageId=308035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ocs.sonarqube.org/display/PLUG/PHP+Plugi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2209800" y="342900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endParaRPr lang="en-US" sz="4400" dirty="0">
              <a:latin typeface="Tahoma" pitchFamily="34" charset="0"/>
              <a:ea typeface="+mj-ea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2057400" y="13741"/>
            <a:ext cx="1531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2800" b="1" dirty="0" err="1">
                <a:ea typeface="Tahoma" pitchFamily="34" charset="0"/>
                <a:cs typeface="Tahoma" pitchFamily="34" charset="0"/>
              </a:rPr>
              <a:t>Nội</a:t>
            </a:r>
            <a:r>
              <a:rPr lang="en-US" sz="2800" b="1" dirty="0">
                <a:ea typeface="Tahoma" pitchFamily="34" charset="0"/>
                <a:cs typeface="Tahoma" pitchFamily="34" charset="0"/>
              </a:rPr>
              <a:t> dung</a:t>
            </a:r>
            <a:endParaRPr lang="vi-VN" sz="2800" b="1" dirty="0">
              <a:latin typeface="+mj-lt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757363" y="1305966"/>
            <a:ext cx="8605838" cy="11114"/>
          </a:xfrm>
          <a:prstGeom prst="line">
            <a:avLst/>
          </a:prstGeom>
          <a:noFill/>
          <a:ln w="25400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514476" y="1199604"/>
            <a:ext cx="182563" cy="182562"/>
            <a:chOff x="1239" y="1515"/>
            <a:chExt cx="115" cy="115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gray">
            <a:xfrm rot="2700000">
              <a:off x="1239" y="1515"/>
              <a:ext cx="115" cy="115"/>
            </a:xfrm>
            <a:prstGeom prst="rtTriangl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5"/>
            <p:cNvSpPr>
              <a:spLocks noChangeArrowheads="1"/>
            </p:cNvSpPr>
            <p:nvPr/>
          </p:nvSpPr>
          <p:spPr bwMode="gray">
            <a:xfrm rot="18900000" flipH="1">
              <a:off x="1239" y="1515"/>
              <a:ext cx="115" cy="115"/>
            </a:xfrm>
            <a:prstGeom prst="rtTriangle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971676" y="851942"/>
            <a:ext cx="36410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rgbClr val="C00000"/>
                </a:solidFill>
              </a:rPr>
              <a:t>1. </a:t>
            </a:r>
            <a:r>
              <a:rPr lang="en-US" sz="2400" b="1" dirty="0" err="1" smtClean="0">
                <a:solidFill>
                  <a:srgbClr val="C00000"/>
                </a:solidFill>
              </a:rPr>
              <a:t>Giới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thiệu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về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SonarQube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1514476" y="1766342"/>
            <a:ext cx="8848726" cy="530225"/>
            <a:chOff x="1239" y="1296"/>
            <a:chExt cx="5574" cy="334"/>
          </a:xfrm>
        </p:grpSpPr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1392" y="1569"/>
              <a:ext cx="5421" cy="13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9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14" name="AutoShape 10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AutoShape 11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527" y="1296"/>
              <a:ext cx="13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/>
                <a:t>2. </a:t>
              </a:r>
              <a:r>
                <a:rPr lang="en-US" sz="2400" dirty="0" smtClean="0"/>
                <a:t>Sonar Server</a:t>
              </a:r>
              <a:endParaRPr lang="en-US" sz="2400" dirty="0"/>
            </a:p>
          </p:txBody>
        </p:sp>
      </p:grp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1514476" y="2683917"/>
            <a:ext cx="8848728" cy="530225"/>
            <a:chOff x="1239" y="1296"/>
            <a:chExt cx="5574" cy="334"/>
          </a:xfrm>
        </p:grpSpPr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V="1">
              <a:off x="1392" y="1572"/>
              <a:ext cx="5421" cy="1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" name="Group 15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0" name="AutoShape 16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AutoShape 17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1527" y="1296"/>
              <a:ext cx="26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 smtClean="0">
                  <a:solidFill>
                    <a:srgbClr val="000000"/>
                  </a:solidFill>
                </a:rPr>
                <a:t>3. </a:t>
              </a:r>
              <a:r>
                <a:rPr lang="en-US" sz="2400" dirty="0" err="1"/>
                <a:t>Cấu</a:t>
              </a:r>
              <a:r>
                <a:rPr lang="en-US" sz="2400" dirty="0"/>
                <a:t> </a:t>
              </a:r>
              <a:r>
                <a:rPr lang="en-US" sz="2400" dirty="0" err="1"/>
                <a:t>hình</a:t>
              </a:r>
              <a:r>
                <a:rPr lang="en-US" sz="2400" dirty="0"/>
                <a:t> </a:t>
              </a:r>
              <a:r>
                <a:rPr lang="en-US" sz="2400" dirty="0" err="1"/>
                <a:t>và</a:t>
              </a:r>
              <a:r>
                <a:rPr lang="en-US" sz="2400" dirty="0"/>
                <a:t> </a:t>
              </a:r>
              <a:r>
                <a:rPr lang="en-US" sz="2400" dirty="0" err="1"/>
                <a:t>chạy</a:t>
              </a:r>
              <a:r>
                <a:rPr lang="en-US" sz="2400" dirty="0"/>
                <a:t> Sonar </a:t>
              </a:r>
              <a:r>
                <a:rPr lang="en-US" sz="2400" dirty="0" err="1" smtClean="0"/>
                <a:t>Scaner</a:t>
              </a:r>
              <a:endParaRPr lang="en-US" sz="2400" dirty="0"/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1514475" y="3595142"/>
            <a:ext cx="8848726" cy="530225"/>
            <a:chOff x="1239" y="1296"/>
            <a:chExt cx="5574" cy="334"/>
          </a:xfrm>
        </p:grpSpPr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V="1">
              <a:off x="1392" y="1581"/>
              <a:ext cx="5421" cy="1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" name="Group 21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6" name="AutoShape 22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AutoShape 23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527" y="1296"/>
              <a:ext cx="10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>
                  <a:solidFill>
                    <a:srgbClr val="000000"/>
                  </a:solidFill>
                </a:rPr>
                <a:t>4.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Thảo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</a:rPr>
                <a:t>luận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554918" y="6542114"/>
            <a:ext cx="609600" cy="333375"/>
          </a:xfrm>
        </p:spPr>
        <p:txBody>
          <a:bodyPr/>
          <a:lstStyle/>
          <a:p>
            <a:fld id="{92BEBB8C-77F5-40D9-8B48-B78E5C420A3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2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44540"/>
          </a:xfrm>
        </p:spPr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/>
              <a:t> </a:t>
            </a:r>
            <a:r>
              <a:rPr lang="en-US" dirty="0" err="1" smtClean="0"/>
              <a:t>thiệu</a:t>
            </a:r>
            <a:r>
              <a:rPr lang="en-US" dirty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SonarQube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4540"/>
            <a:ext cx="5016260" cy="5597520"/>
          </a:xfrm>
        </p:spPr>
        <p:txBody>
          <a:bodyPr/>
          <a:lstStyle/>
          <a:p>
            <a:r>
              <a:rPr lang="en-US" sz="2400" dirty="0" err="1"/>
              <a:t>SonarQube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nền</a:t>
            </a:r>
            <a:r>
              <a:rPr lang="en-US" sz="2400" dirty="0"/>
              <a:t> </a:t>
            </a:r>
            <a:r>
              <a:rPr lang="en-US" sz="2400" dirty="0" err="1"/>
              <a:t>tảng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mở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chất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err="1" smtClean="0"/>
              <a:t>Ngôn</a:t>
            </a:r>
            <a:r>
              <a:rPr lang="en-US" sz="2400" dirty="0" smtClean="0"/>
              <a:t> </a:t>
            </a:r>
            <a:r>
              <a:rPr lang="en-US" sz="2400" dirty="0" err="1" smtClean="0"/>
              <a:t>ngữ</a:t>
            </a:r>
            <a:r>
              <a:rPr lang="en-US" sz="2400" dirty="0"/>
              <a:t> </a:t>
            </a:r>
            <a:r>
              <a:rPr lang="en-US" sz="2400" dirty="0" err="1" smtClean="0"/>
              <a:t>hỗ</a:t>
            </a:r>
            <a:r>
              <a:rPr lang="en-US" sz="2400" dirty="0"/>
              <a:t> </a:t>
            </a:r>
            <a:r>
              <a:rPr lang="en-US" sz="2400" dirty="0" err="1"/>
              <a:t>trợ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 smtClean="0"/>
              <a:t>Java</a:t>
            </a:r>
          </a:p>
          <a:p>
            <a:pPr lvl="1"/>
            <a:r>
              <a:rPr lang="en-US" sz="2400" dirty="0" smtClean="0"/>
              <a:t>C#</a:t>
            </a:r>
          </a:p>
          <a:p>
            <a:pPr lvl="1"/>
            <a:r>
              <a:rPr lang="en-US" sz="2400" dirty="0" smtClean="0"/>
              <a:t>C/C++</a:t>
            </a:r>
          </a:p>
          <a:p>
            <a:pPr lvl="1"/>
            <a:r>
              <a:rPr lang="en-US" sz="2400" dirty="0" smtClean="0"/>
              <a:t>PL/SQL</a:t>
            </a:r>
          </a:p>
          <a:p>
            <a:pPr lvl="1"/>
            <a:r>
              <a:rPr lang="en-US" sz="2400" dirty="0" smtClean="0"/>
              <a:t>Cobol</a:t>
            </a:r>
            <a:r>
              <a:rPr lang="en-US" sz="2400" dirty="0"/>
              <a:t>, ABAP…</a:t>
            </a:r>
            <a:endParaRPr lang="vi-V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260" y="762000"/>
            <a:ext cx="7175740" cy="4540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098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 smtClean="0"/>
              <a:t>Sonar Server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10972800" cy="4525963"/>
          </a:xfrm>
        </p:spPr>
        <p:txBody>
          <a:bodyPr/>
          <a:lstStyle/>
          <a:p>
            <a:r>
              <a:rPr lang="en-US" sz="2400" dirty="0" err="1" smtClean="0"/>
              <a:t>Các</a:t>
            </a:r>
            <a:r>
              <a:rPr lang="en-US" sz="2400" dirty="0" smtClean="0"/>
              <a:t> b</a:t>
            </a:r>
            <a:r>
              <a:rPr lang="vi-VN" sz="2400" dirty="0" smtClean="0"/>
              <a:t>ước thực </a:t>
            </a:r>
            <a:r>
              <a:rPr lang="vi-VN" sz="2400" dirty="0"/>
              <a:t>hiện: (Tham khảo hướng dẫn cài đặt và sử dụng)</a:t>
            </a:r>
            <a:endParaRPr lang="en-US" sz="2400" dirty="0" smtClean="0"/>
          </a:p>
          <a:p>
            <a:pPr lvl="1"/>
            <a:r>
              <a:rPr lang="en-US" sz="2000" dirty="0" err="1" smtClean="0"/>
              <a:t>Cài</a:t>
            </a:r>
            <a:r>
              <a:rPr lang="en-US" sz="2000" dirty="0" smtClean="0"/>
              <a:t> </a:t>
            </a:r>
            <a:r>
              <a:rPr lang="en-US" sz="2000" dirty="0" err="1" smtClean="0"/>
              <a:t>đặt</a:t>
            </a:r>
            <a:r>
              <a:rPr lang="en-US" sz="2000" dirty="0" smtClean="0"/>
              <a:t> Database</a:t>
            </a:r>
          </a:p>
          <a:p>
            <a:pPr lvl="1"/>
            <a:r>
              <a:rPr lang="en-US" sz="2000" dirty="0" err="1" smtClean="0"/>
              <a:t>Cài</a:t>
            </a:r>
            <a:r>
              <a:rPr lang="en-US" sz="2000" dirty="0" smtClean="0"/>
              <a:t> </a:t>
            </a:r>
            <a:r>
              <a:rPr lang="en-US" sz="2000" dirty="0" err="1" smtClean="0"/>
              <a:t>đặt</a:t>
            </a:r>
            <a:r>
              <a:rPr lang="en-US" sz="2000" dirty="0"/>
              <a:t> Sonar </a:t>
            </a:r>
            <a:r>
              <a:rPr lang="en-US" sz="2000" dirty="0" smtClean="0"/>
              <a:t>Server</a:t>
            </a:r>
          </a:p>
          <a:p>
            <a:r>
              <a:rPr lang="en-US" sz="2400" dirty="0" err="1" smtClean="0"/>
              <a:t>Danh</a:t>
            </a:r>
            <a:r>
              <a:rPr lang="en-US" sz="2400" dirty="0"/>
              <a:t> </a:t>
            </a:r>
            <a:r>
              <a:rPr lang="en-US" sz="2400" dirty="0" err="1" smtClean="0"/>
              <a:t>sách</a:t>
            </a:r>
            <a:r>
              <a:rPr lang="en-US" sz="2400" dirty="0"/>
              <a:t> Server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trung</a:t>
            </a:r>
            <a:r>
              <a:rPr lang="en-US" sz="2400" dirty="0"/>
              <a:t> </a:t>
            </a:r>
            <a:r>
              <a:rPr lang="en-US" sz="2400" dirty="0" err="1" smtClean="0"/>
              <a:t>tâm</a:t>
            </a:r>
            <a:r>
              <a:rPr lang="en-US" sz="2400" dirty="0"/>
              <a:t>: </a:t>
            </a:r>
            <a:r>
              <a:rPr lang="en-US" sz="2400" dirty="0" smtClean="0"/>
              <a:t>(Pass:123qwe</a:t>
            </a:r>
            <a:r>
              <a:rPr lang="en-US" sz="2400" dirty="0" smtClean="0"/>
              <a:t>!@#)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err="1"/>
              <a:t>Chạy</a:t>
            </a:r>
            <a:r>
              <a:rPr lang="en-US" sz="2400" dirty="0"/>
              <a:t> </a:t>
            </a:r>
            <a:r>
              <a:rPr lang="en-US" sz="2400" dirty="0" smtClean="0"/>
              <a:t>Sonar server: </a:t>
            </a:r>
          </a:p>
          <a:p>
            <a:pPr marL="0" indent="0">
              <a:buNone/>
            </a:pPr>
            <a:r>
              <a:rPr lang="en-US" sz="1800" i="1" dirty="0" smtClean="0">
                <a:solidFill>
                  <a:schemeClr val="accent1"/>
                </a:solidFill>
              </a:rPr>
              <a:t>D</a:t>
            </a:r>
            <a:r>
              <a:rPr lang="en-US" sz="1800" i="1" dirty="0">
                <a:solidFill>
                  <a:schemeClr val="accent1"/>
                </a:solidFill>
              </a:rPr>
              <a:t>:\SonarSetup\sonarqube-5.2\bin\windows-x86-64\StartSonar.bat</a:t>
            </a:r>
            <a:endParaRPr lang="en-US" sz="1800" i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 descr="Image result for cài đặ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475" y="76200"/>
            <a:ext cx="2143125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341170"/>
              </p:ext>
            </p:extLst>
          </p:nvPr>
        </p:nvGraphicFramePr>
        <p:xfrm>
          <a:off x="381000" y="2286000"/>
          <a:ext cx="11506199" cy="31756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4798"/>
                <a:gridCol w="5140202"/>
                <a:gridCol w="2209800"/>
                <a:gridCol w="1794631"/>
                <a:gridCol w="1786768"/>
              </a:tblGrid>
              <a:tr h="4697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STT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Tên BU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Coputer </a:t>
                      </a:r>
                      <a:r>
                        <a:rPr lang="vi-VN" sz="1600" dirty="0" smtClean="0">
                          <a:effectLst/>
                        </a:rPr>
                        <a:t>name (VDI)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Username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IP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234888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1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BU Dự án doanh nghiệp - TT GP.CNTT-VT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Sonar_DN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Sonar_DN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10.61.68.230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234888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2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BU Dự án chính phủ - TT GP.CNTT-VT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Sonar_CP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Sonar_CP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10.61.68.231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234888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3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BU Dự án hành chính công - TT GP.CNTT-VT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Sonar_HCC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Sonar_HCC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10.61.68.232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234888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4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BU Sản phẩm giao thông - TT GP.CNTT-VT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Sonar_GT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Sonar_GT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10.61.68.233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234888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5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BU Sản phẩm Y tế - TT GP.CNTT-VT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Sonar_YT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Sonar_YT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10.61.68.234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234888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6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BU Sản phẩm giáo dục - TT GP.CNTT-VT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Sonar_GD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Sonar_GD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10.61.68.235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234888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7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BU Sản phẩm năng lượng - TT GP.CNTT-VT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Sonar_NL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Sonar_NL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10.61.68.236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33794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8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Văn phòng miền Trung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Sonar_VPMT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Sonar_VPMT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10.61.68.238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307601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9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Văn phòng miền Nam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Sonar_VPMN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>
                          <a:effectLst/>
                        </a:rPr>
                        <a:t>Sonar_VPMN</a:t>
                      </a:r>
                      <a:endParaRPr lang="vi-VN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10.61.68.239</a:t>
                      </a:r>
                      <a:endParaRPr lang="vi-VN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</a:tr>
              <a:tr h="353458"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vi-VN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TTCN, TT TVTK, TTNCST , TT Khởi nghiệp , VPKDQT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Sonar_TTCN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Sonar_TTCN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10.61.68.127</a:t>
                      </a: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03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 err="1" smtClean="0"/>
              <a:t>Cấu</a:t>
            </a:r>
            <a:r>
              <a:rPr lang="en-US" dirty="0"/>
              <a:t> </a:t>
            </a:r>
            <a:r>
              <a:rPr lang="en-US" dirty="0" err="1" smtClean="0"/>
              <a:t>hình</a:t>
            </a:r>
            <a:r>
              <a:rPr lang="en-US" dirty="0"/>
              <a:t> </a:t>
            </a:r>
            <a:r>
              <a:rPr lang="en-US" dirty="0" err="1" smtClean="0"/>
              <a:t>và</a:t>
            </a:r>
            <a:r>
              <a:rPr lang="en-US" dirty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Sonar </a:t>
            </a:r>
            <a:r>
              <a:rPr lang="en-US" dirty="0" err="1" smtClean="0"/>
              <a:t>Scaner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6487"/>
            <a:ext cx="10972800" cy="52096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Java Project:</a:t>
            </a:r>
          </a:p>
          <a:p>
            <a:pPr lvl="1">
              <a:lnSpc>
                <a:spcPct val="150000"/>
              </a:lnSpc>
            </a:pPr>
            <a:r>
              <a:rPr lang="vi-VN" sz="2000" dirty="0" smtClean="0">
                <a:cs typeface="Arial" panose="020B0604020202020204" pitchFamily="34" charset="0"/>
              </a:rPr>
              <a:t>Download </a:t>
            </a:r>
            <a:r>
              <a:rPr lang="en-US" sz="2000" dirty="0"/>
              <a:t>Sonar-runner </a:t>
            </a:r>
            <a:r>
              <a:rPr lang="vi-VN" sz="2000" dirty="0" smtClean="0"/>
              <a:t>từ </a:t>
            </a:r>
            <a:r>
              <a:rPr lang="vi-VN" sz="2000" dirty="0" smtClean="0">
                <a:hlinkClick r:id="rId2"/>
              </a:rPr>
              <a:t>website</a:t>
            </a:r>
            <a:endParaRPr lang="vi-VN" sz="2000" dirty="0" smtClean="0"/>
          </a:p>
          <a:p>
            <a:pPr lvl="1">
              <a:lnSpc>
                <a:spcPct val="150000"/>
              </a:lnSpc>
            </a:pPr>
            <a:r>
              <a:rPr lang="vi-VN" sz="2000" dirty="0"/>
              <a:t>Giải nén vào thư mục cài đặt </a:t>
            </a:r>
            <a:r>
              <a:rPr lang="en-US" sz="2000" i="1" dirty="0"/>
              <a:t>&lt;</a:t>
            </a:r>
            <a:r>
              <a:rPr lang="en-US" sz="2000" i="1" dirty="0" err="1"/>
              <a:t>install_directory</a:t>
            </a:r>
            <a:r>
              <a:rPr lang="en-US" sz="2000" i="1" dirty="0" smtClean="0"/>
              <a:t>&gt;</a:t>
            </a:r>
            <a:endParaRPr lang="vi-VN" sz="2000" i="1" dirty="0" smtClean="0"/>
          </a:p>
          <a:p>
            <a:pPr lvl="1">
              <a:lnSpc>
                <a:spcPct val="150000"/>
              </a:lnSpc>
            </a:pPr>
            <a:r>
              <a:rPr lang="en-US" sz="2000" dirty="0" err="1"/>
              <a:t>Trong</a:t>
            </a:r>
            <a:r>
              <a:rPr lang="en-US" sz="2000" dirty="0"/>
              <a:t> file </a:t>
            </a:r>
            <a:r>
              <a:rPr lang="en-US" sz="2000" i="1" dirty="0"/>
              <a:t>&lt;</a:t>
            </a:r>
            <a:r>
              <a:rPr lang="en-US" sz="2000" i="1" dirty="0" err="1"/>
              <a:t>install_directory</a:t>
            </a:r>
            <a:r>
              <a:rPr lang="en-US" sz="2000" i="1" dirty="0"/>
              <a:t>&gt;/</a:t>
            </a:r>
            <a:r>
              <a:rPr lang="en-US" sz="2000" i="1" dirty="0" err="1" smtClean="0"/>
              <a:t>conf</a:t>
            </a:r>
            <a:r>
              <a:rPr lang="en-US" sz="2000" i="1" dirty="0" smtClean="0"/>
              <a:t>/sonar-</a:t>
            </a:r>
            <a:r>
              <a:rPr lang="en-US" sz="2000" i="1" dirty="0" err="1" smtClean="0"/>
              <a:t>runner.properties</a:t>
            </a:r>
            <a:r>
              <a:rPr lang="en-US" sz="2000" i="1" dirty="0" smtClean="0"/>
              <a:t>, </a:t>
            </a:r>
            <a:r>
              <a:rPr lang="en-US" sz="2000" dirty="0" err="1" smtClean="0"/>
              <a:t>chỉnh</a:t>
            </a:r>
            <a:r>
              <a:rPr lang="en-US" sz="2000" dirty="0"/>
              <a:t> </a:t>
            </a:r>
            <a:r>
              <a:rPr lang="en-US" sz="2000" dirty="0" err="1" smtClean="0"/>
              <a:t>sửa</a:t>
            </a:r>
            <a:r>
              <a:rPr lang="en-US" sz="2000" dirty="0"/>
              <a:t> </a:t>
            </a:r>
            <a:r>
              <a:rPr lang="en-US" sz="2000" dirty="0" err="1" smtClean="0"/>
              <a:t>các</a:t>
            </a:r>
            <a:r>
              <a:rPr lang="en-US" sz="2000" dirty="0"/>
              <a:t> </a:t>
            </a:r>
            <a:r>
              <a:rPr lang="en-US" sz="2000" dirty="0" err="1" smtClean="0"/>
              <a:t>thông</a:t>
            </a:r>
            <a:r>
              <a:rPr lang="en-US" sz="2000" dirty="0" smtClean="0"/>
              <a:t> tin </a:t>
            </a:r>
            <a:r>
              <a:rPr lang="en-US" sz="2000" dirty="0" err="1" smtClean="0"/>
              <a:t>sau</a:t>
            </a:r>
            <a:endParaRPr lang="vi-VN" sz="2000" i="1" dirty="0" smtClean="0"/>
          </a:p>
          <a:p>
            <a:pPr marL="457200" lvl="1" indent="0">
              <a:buNone/>
            </a:pPr>
            <a:r>
              <a:rPr lang="en-US" sz="18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#----- Default </a:t>
            </a:r>
            <a:r>
              <a:rPr lang="en-US" sz="1800" i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SonarQube</a:t>
            </a:r>
            <a:r>
              <a:rPr lang="en-US" sz="18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</a:t>
            </a:r>
          </a:p>
          <a:p>
            <a:pPr marL="457200" lvl="1" indent="0">
              <a:buNone/>
            </a:pPr>
            <a:r>
              <a:rPr lang="en-US" sz="18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sonar.host.url=http://localhost:9000</a:t>
            </a:r>
          </a:p>
          <a:p>
            <a:pPr marL="457200" lvl="1" indent="0">
              <a:buNone/>
            </a:pPr>
            <a:endParaRPr lang="en-US" sz="1800" i="1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800" i="1" dirty="0" err="1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sonar.jdbc.username</a:t>
            </a:r>
            <a:r>
              <a:rPr lang="en-US" sz="1800" i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=sonar</a:t>
            </a:r>
            <a:endParaRPr lang="en-US" sz="1800" i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800" i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sonar.jdbc.password</a:t>
            </a:r>
            <a:r>
              <a:rPr lang="en-US" sz="18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=sonar</a:t>
            </a:r>
          </a:p>
          <a:p>
            <a:pPr marL="457200" lvl="1" indent="0">
              <a:buNone/>
            </a:pPr>
            <a:r>
              <a:rPr lang="en-US" sz="1800" i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#----- MySQL</a:t>
            </a:r>
          </a:p>
          <a:p>
            <a:pPr marL="457200" lvl="1" indent="0">
              <a:buNone/>
            </a:pPr>
            <a:r>
              <a:rPr lang="en-US" sz="1800" i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sonar.jdbc.url=</a:t>
            </a:r>
            <a:r>
              <a:rPr lang="en-US" sz="1800" i="1" dirty="0" err="1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jdbc:mysql</a:t>
            </a:r>
            <a:r>
              <a:rPr lang="en-US" sz="18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://localhost:3306/</a:t>
            </a:r>
            <a:r>
              <a:rPr lang="en-US" sz="1800" i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sonar?useUnicode</a:t>
            </a:r>
            <a:r>
              <a:rPr lang="en-US" sz="18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800" i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true&amp;amp;characterEncoding</a:t>
            </a:r>
            <a:r>
              <a:rPr lang="en-US" sz="18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=utf8</a:t>
            </a:r>
            <a:endParaRPr lang="en-US" sz="1800" i="1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088" name="Picture 16" descr="http://www.ecsteam.com/wp-content/uploads/Jav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108" y="-44950"/>
            <a:ext cx="1568950" cy="156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28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 err="1" smtClean="0"/>
              <a:t>Cấu</a:t>
            </a:r>
            <a:r>
              <a:rPr lang="en-US" dirty="0"/>
              <a:t> </a:t>
            </a:r>
            <a:r>
              <a:rPr lang="en-US" dirty="0" err="1" smtClean="0"/>
              <a:t>hình</a:t>
            </a:r>
            <a:r>
              <a:rPr lang="en-US" dirty="0"/>
              <a:t> </a:t>
            </a:r>
            <a:r>
              <a:rPr lang="en-US" dirty="0" err="1" smtClean="0"/>
              <a:t>và</a:t>
            </a:r>
            <a:r>
              <a:rPr lang="en-US" dirty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Sonar </a:t>
            </a:r>
            <a:r>
              <a:rPr lang="en-US" dirty="0" err="1" smtClean="0"/>
              <a:t>Scaner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6487"/>
            <a:ext cx="10972800" cy="52096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Project (cont):</a:t>
            </a:r>
          </a:p>
          <a:p>
            <a:pPr lvl="1"/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Tạo biến môi trường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SONAR_RUNNER_HOME </a:t>
            </a:r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tới thư mục</a:t>
            </a:r>
            <a:r>
              <a:rPr lang="vi-VN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install_directory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vi-V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Thêm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install_directory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&gt;/bin </a:t>
            </a:r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vào biến môi trường path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 Tạo file 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sonar</a:t>
            </a:r>
            <a:r>
              <a:rPr lang="vi-VN" sz="2400" i="1" dirty="0">
                <a:latin typeface="Calibri" panose="020F0502020204030204" pitchFamily="34" charset="0"/>
                <a:cs typeface="Calibri" panose="020F0502020204030204" pitchFamily="34" charset="0"/>
              </a:rPr>
              <a:t>-project.properties trong project cần </a:t>
            </a:r>
            <a:r>
              <a:rPr lang="vi-VN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quét</a:t>
            </a:r>
            <a:r>
              <a:rPr lang="vi-VN" sz="2400" i="1" dirty="0">
                <a:latin typeface="Calibri" panose="020F0502020204030204" pitchFamily="34" charset="0"/>
                <a:cs typeface="Calibri" panose="020F0502020204030204" pitchFamily="34" charset="0"/>
              </a:rPr>
              <a:t>. Như </a:t>
            </a:r>
            <a:r>
              <a:rPr lang="vi-VN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dưới</a:t>
            </a:r>
          </a:p>
          <a:p>
            <a:pPr marL="457200" lvl="1" indent="0">
              <a:buNone/>
            </a:pPr>
            <a:r>
              <a:rPr lang="en-US" sz="1800" i="1" dirty="0" err="1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sonar.projectKey</a:t>
            </a:r>
            <a:r>
              <a:rPr lang="en-US" sz="1800" i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800" i="1" dirty="0" err="1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test:Java</a:t>
            </a:r>
            <a:endParaRPr lang="en-US" sz="1800" i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800" i="1" dirty="0" err="1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sonar.projectName</a:t>
            </a:r>
            <a:r>
              <a:rPr lang="en-US" sz="1800" i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=Java 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</a:p>
          <a:p>
            <a:pPr marL="457200" lvl="1" indent="0">
              <a:buNone/>
            </a:pPr>
            <a:r>
              <a:rPr lang="en-US" sz="1800" i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sonar.projectVersion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=1.0</a:t>
            </a:r>
          </a:p>
          <a:p>
            <a:pPr marL="457200" lvl="1" indent="0">
              <a:buNone/>
            </a:pPr>
            <a:r>
              <a:rPr lang="en-US" sz="1800" i="1" dirty="0" err="1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sonar.sources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=.</a:t>
            </a:r>
          </a:p>
          <a:p>
            <a:pPr lvl="1"/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Chạy </a:t>
            </a:r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command sau để 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quét:</a:t>
            </a:r>
          </a:p>
          <a:p>
            <a:pPr marL="457200" lvl="1" indent="0">
              <a:buNone/>
            </a:pPr>
            <a:r>
              <a:rPr lang="vi-VN" sz="24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sonar-runner</a:t>
            </a:r>
          </a:p>
          <a:p>
            <a:pPr marL="457200" lvl="1" indent="0">
              <a:buNone/>
            </a:pPr>
            <a:endParaRPr lang="vi-VN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088" name="Picture 16" descr="http://www.ecsteam.com/wp-content/uploads/Jav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108" y="-44950"/>
            <a:ext cx="1568950" cy="156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56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 err="1" smtClean="0"/>
              <a:t>Cấu</a:t>
            </a:r>
            <a:r>
              <a:rPr lang="en-US" dirty="0"/>
              <a:t> </a:t>
            </a:r>
            <a:r>
              <a:rPr lang="en-US" dirty="0" err="1" smtClean="0"/>
              <a:t>hình</a:t>
            </a:r>
            <a:r>
              <a:rPr lang="en-US" dirty="0"/>
              <a:t> </a:t>
            </a:r>
            <a:r>
              <a:rPr lang="en-US" dirty="0" err="1" smtClean="0"/>
              <a:t>và</a:t>
            </a:r>
            <a:r>
              <a:rPr lang="en-US" dirty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Sonar </a:t>
            </a:r>
            <a:r>
              <a:rPr lang="en-US" dirty="0" err="1" smtClean="0"/>
              <a:t>Scaner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6487"/>
            <a:ext cx="10972800" cy="5209677"/>
          </a:xfrm>
        </p:spPr>
        <p:txBody>
          <a:bodyPr/>
          <a:lstStyle/>
          <a:p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C# and VB .NET:</a:t>
            </a:r>
          </a:p>
          <a:p>
            <a:pPr lvl="1"/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Cài đặt C# Plugin trên Sonar Server (Đã có sẵn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Download MSBuild </a:t>
            </a:r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SonarQube Runner từ 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website</a:t>
            </a:r>
            <a:endParaRPr lang="vi-VN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Giải 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nén </a:t>
            </a:r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ra 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thư mục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install_directory</a:t>
            </a:r>
            <a:r>
              <a:rPr lang="en-US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vi-VN" sz="2400" i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Chỉnh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sửa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file  </a:t>
            </a:r>
            <a:r>
              <a:rPr lang="en-US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400" i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install_directory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SonarQube.Analysis.xml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nh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lvl="1" indent="0"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&lt;Property Name="sonar.jdbc.url"&gt;</a:t>
            </a:r>
            <a:r>
              <a:rPr lang="en-US" sz="1800" b="1" i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jdbc:mysql</a:t>
            </a:r>
            <a:r>
              <a:rPr lang="en-US" sz="1800" b="1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://localhost:3306/sonar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&lt;/Property&gt;</a:t>
            </a:r>
          </a:p>
          <a:p>
            <a:pPr marL="457200" lvl="1" indent="0">
              <a:buNone/>
            </a:pPr>
            <a:r>
              <a:rPr lang="en-US" sz="1800" i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 Name="</a:t>
            </a:r>
            <a:r>
              <a:rPr lang="en-US" sz="1800" i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sonar.jdbc.username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"&gt;</a:t>
            </a:r>
            <a:r>
              <a:rPr lang="en-US" sz="1800" b="1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sonar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&lt;/Property&gt;</a:t>
            </a:r>
          </a:p>
          <a:p>
            <a:pPr marL="457200" lvl="1" indent="0">
              <a:buNone/>
            </a:pPr>
            <a:r>
              <a:rPr lang="en-US" sz="1800" i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 Name="</a:t>
            </a:r>
            <a:r>
              <a:rPr lang="en-US" sz="1800" i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sonar.jdbc.password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"&gt;</a:t>
            </a:r>
            <a:r>
              <a:rPr lang="en-US" sz="1800" b="1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sonar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&lt;/Property</a:t>
            </a:r>
            <a:r>
              <a:rPr lang="en-US" sz="1800" i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lvl="1">
              <a:buFontTx/>
              <a:buChar char="-"/>
            </a:pP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Cập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nhật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đường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dẫn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%PATH%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file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chạy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MSBuild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SonarQube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Runner.</a:t>
            </a:r>
          </a:p>
          <a:p>
            <a:pPr lvl="1">
              <a:buFontTx/>
              <a:buChar char="-"/>
            </a:pP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hiện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scan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cú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pháp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lvl="1" indent="0"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MSBuild.SonarQube.Runner.exe begin /v:”</a:t>
            </a:r>
            <a:r>
              <a:rPr lang="en-US" sz="1800" i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version_project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/n:“</a:t>
            </a:r>
            <a:r>
              <a:rPr lang="en-US" sz="1800" i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project_name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 /k:”</a:t>
            </a:r>
            <a:r>
              <a:rPr lang="en-US" sz="1800" i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project_key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vi-VN" sz="1800" i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800" i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Nuget</a:t>
            </a: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restore</a:t>
            </a:r>
          </a:p>
          <a:p>
            <a:pPr marL="457200" lvl="1" indent="0">
              <a:buNone/>
            </a:pPr>
            <a:r>
              <a:rPr lang="en-US" sz="1800" i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Msbuild</a:t>
            </a:r>
            <a:endParaRPr lang="en-US" sz="1800" i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MSBuild.SonarQube.Runner.exe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 descr="http://blog.decarufel.net/wp-content/uploads/2014/07/csharp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8876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51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 err="1" smtClean="0"/>
              <a:t>Cấu</a:t>
            </a:r>
            <a:r>
              <a:rPr lang="en-US" dirty="0"/>
              <a:t> </a:t>
            </a:r>
            <a:r>
              <a:rPr lang="en-US" dirty="0" err="1" smtClean="0"/>
              <a:t>hình</a:t>
            </a:r>
            <a:r>
              <a:rPr lang="en-US" dirty="0"/>
              <a:t> </a:t>
            </a:r>
            <a:r>
              <a:rPr lang="en-US" dirty="0" err="1" smtClean="0"/>
              <a:t>và</a:t>
            </a:r>
            <a:r>
              <a:rPr lang="en-US" dirty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Sonar </a:t>
            </a:r>
            <a:r>
              <a:rPr lang="en-US" dirty="0" err="1" smtClean="0"/>
              <a:t>Scaner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6487"/>
            <a:ext cx="10972800" cy="5209677"/>
          </a:xfrm>
        </p:spPr>
        <p:txBody>
          <a:bodyPr/>
          <a:lstStyle/>
          <a:p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C/C++/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Objective-C plugin:</a:t>
            </a:r>
            <a:endParaRPr lang="vi-V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Reference </a:t>
            </a:r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vi-VN" sz="2400" i="1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here</a:t>
            </a:r>
            <a:r>
              <a:rPr lang="vi-VN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Android plugin:</a:t>
            </a:r>
          </a:p>
          <a:p>
            <a:pPr lvl="1"/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Reference to</a:t>
            </a:r>
            <a:r>
              <a:rPr lang="vi-VN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400" i="1" dirty="0" smtClean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here</a:t>
            </a:r>
            <a:endParaRPr lang="vi-VN" sz="2400" i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PHP plugin:</a:t>
            </a:r>
          </a:p>
          <a:p>
            <a:pPr lvl="1"/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Reference to </a:t>
            </a:r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here</a:t>
            </a:r>
            <a:endParaRPr lang="vi-V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77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0"/>
            <a:ext cx="7772400" cy="990600"/>
          </a:xfrm>
        </p:spPr>
        <p:txBody>
          <a:bodyPr/>
          <a:lstStyle/>
          <a:p>
            <a:pPr algn="l"/>
            <a:r>
              <a:rPr lang="en-US" sz="2800" b="1" dirty="0" err="1">
                <a:cs typeface="Times New Roman" pitchFamily="18" charset="0"/>
              </a:rPr>
              <a:t>Thảo</a:t>
            </a:r>
            <a:r>
              <a:rPr lang="en-US" sz="2800" b="1" dirty="0">
                <a:cs typeface="Times New Roman" pitchFamily="18" charset="0"/>
              </a:rPr>
              <a:t> </a:t>
            </a:r>
            <a:r>
              <a:rPr lang="en-US" sz="2800" b="1" dirty="0" err="1">
                <a:cs typeface="Times New Roman" pitchFamily="18" charset="0"/>
              </a:rPr>
              <a:t>luận</a:t>
            </a:r>
            <a:endParaRPr lang="en-US" sz="2800" b="1" dirty="0"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424781"/>
            <a:ext cx="4572000" cy="45720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25178</TotalTime>
  <Words>502</Words>
  <Application>Microsoft Office PowerPoint</Application>
  <PresentationFormat>Widescreen</PresentationFormat>
  <Paragraphs>138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Tahoma</vt:lpstr>
      <vt:lpstr>Times New Roman</vt:lpstr>
      <vt:lpstr>Office Theme</vt:lpstr>
      <vt:lpstr>PowerPoint Presentation</vt:lpstr>
      <vt:lpstr>PowerPoint Presentation</vt:lpstr>
      <vt:lpstr>Giới thiệu về SonarQube</vt:lpstr>
      <vt:lpstr>Sonar Server</vt:lpstr>
      <vt:lpstr>Cấu hình và chạy Sonar Scaner</vt:lpstr>
      <vt:lpstr>Cấu hình và chạy Sonar Scaner</vt:lpstr>
      <vt:lpstr>Cấu hình và chạy Sonar Scaner</vt:lpstr>
      <vt:lpstr>Cấu hình và chạy Sonar Scaner</vt:lpstr>
      <vt:lpstr>Thảo luận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iOS 8 có gì cho developers</dc:title>
  <dc:creator/>
  <cp:lastModifiedBy>dungdb1</cp:lastModifiedBy>
  <cp:revision>823</cp:revision>
  <cp:lastPrinted>2014-06-25T10:19:18Z</cp:lastPrinted>
  <dcterms:created xsi:type="dcterms:W3CDTF">2006-08-16T00:00:00Z</dcterms:created>
  <dcterms:modified xsi:type="dcterms:W3CDTF">2016-01-21T07:34:12Z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BMPSD">
    <vt:lpwstr>K</vt:lpwstr>
  </property>
</Properties>
</file>