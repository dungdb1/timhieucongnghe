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8"/>
  </p:notesMasterIdLst>
  <p:sldIdLst>
    <p:sldId id="297" r:id="rId2"/>
    <p:sldId id="308" r:id="rId3"/>
    <p:sldId id="291" r:id="rId4"/>
    <p:sldId id="305" r:id="rId5"/>
    <p:sldId id="309" r:id="rId6"/>
    <p:sldId id="310" r:id="rId7"/>
  </p:sldIdLst>
  <p:sldSz cx="9144000" cy="6858000" type="screen4x3"/>
  <p:notesSz cx="6858000" cy="9144000"/>
  <p:defaultTextStyle>
    <a:defPPr>
      <a:defRPr lang="en-SG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NTT01" initials="C" lastIdx="5" clrIdx="0"/>
  <p:cmAuthor id="2" name="Ng Chi Rui" initials="Ng C.R." lastIdx="16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731C"/>
    <a:srgbClr val="7F1C7D"/>
    <a:srgbClr val="00A6A0"/>
    <a:srgbClr val="00B0DA"/>
    <a:srgbClr val="008A52"/>
    <a:srgbClr val="003F69"/>
    <a:srgbClr val="83D1F5"/>
    <a:srgbClr val="17AF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67" autoAdjust="0"/>
    <p:restoredTop sz="81713" autoAdjust="0"/>
  </p:normalViewPr>
  <p:slideViewPr>
    <p:cSldViewPr>
      <p:cViewPr varScale="1">
        <p:scale>
          <a:sx n="61" d="100"/>
          <a:sy n="61" d="100"/>
        </p:scale>
        <p:origin x="966" y="3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9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SG" alt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SG" alt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SG" altLang="en-US" noProof="0" smtClean="0"/>
              <a:t>Click to edit Master text styles</a:t>
            </a:r>
          </a:p>
          <a:p>
            <a:pPr lvl="1"/>
            <a:r>
              <a:rPr lang="en-SG" altLang="en-US" noProof="0" smtClean="0"/>
              <a:t>Second level</a:t>
            </a:r>
          </a:p>
          <a:p>
            <a:pPr lvl="2"/>
            <a:r>
              <a:rPr lang="en-SG" altLang="en-US" noProof="0" smtClean="0"/>
              <a:t>Third level</a:t>
            </a:r>
          </a:p>
          <a:p>
            <a:pPr lvl="3"/>
            <a:r>
              <a:rPr lang="en-SG" altLang="en-US" noProof="0" smtClean="0"/>
              <a:t>Fourth level</a:t>
            </a:r>
          </a:p>
          <a:p>
            <a:pPr lvl="4"/>
            <a:r>
              <a:rPr lang="en-SG" altLang="en-US" noProof="0" smtClean="0"/>
              <a:t>Fifth level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SG" altLang="en-US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42F24E4-818A-4722-A684-F0790C1A6BCD}" type="slidenum">
              <a:rPr lang="en-SG" altLang="en-US"/>
              <a:pPr>
                <a:defRPr/>
              </a:pPr>
              <a:t>‹#›</a:t>
            </a:fld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393734610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9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050" y="-12700"/>
            <a:ext cx="9182100" cy="688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 Box 46"/>
          <p:cNvSpPr txBox="1">
            <a:spLocks noChangeArrowheads="1"/>
          </p:cNvSpPr>
          <p:nvPr/>
        </p:nvSpPr>
        <p:spPr bwMode="auto">
          <a:xfrm>
            <a:off x="5629275" y="136525"/>
            <a:ext cx="32559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Aft>
                <a:spcPts val="900"/>
              </a:spcAft>
              <a:defRPr/>
            </a:pPr>
            <a:r>
              <a:rPr lang="en-SG" altLang="en-US" sz="1000" dirty="0" err="1" smtClean="0"/>
              <a:t>Đào</a:t>
            </a:r>
            <a:r>
              <a:rPr lang="en-SG" altLang="en-US" sz="1000" baseline="0" dirty="0" smtClean="0"/>
              <a:t> </a:t>
            </a:r>
            <a:r>
              <a:rPr lang="en-SG" altLang="en-US" sz="1000" baseline="0" dirty="0" err="1" smtClean="0"/>
              <a:t>tạo</a:t>
            </a:r>
            <a:r>
              <a:rPr lang="en-SG" altLang="en-US" sz="1000" baseline="0" dirty="0" smtClean="0"/>
              <a:t> </a:t>
            </a:r>
            <a:r>
              <a:rPr lang="en-SG" altLang="en-US" sz="1000" baseline="0" dirty="0" err="1" smtClean="0"/>
              <a:t>c</a:t>
            </a:r>
            <a:r>
              <a:rPr lang="en-SG" altLang="en-US" sz="1000" dirty="0" err="1" smtClean="0"/>
              <a:t>ông</a:t>
            </a:r>
            <a:r>
              <a:rPr lang="en-SG" altLang="en-US" sz="1000" baseline="0" dirty="0" smtClean="0"/>
              <a:t> </a:t>
            </a:r>
            <a:r>
              <a:rPr lang="en-SG" altLang="en-US" sz="1000" baseline="0" dirty="0" err="1" smtClean="0"/>
              <a:t>cụ</a:t>
            </a:r>
            <a:r>
              <a:rPr lang="en-SG" altLang="en-US" sz="1000" baseline="0" dirty="0" smtClean="0"/>
              <a:t> </a:t>
            </a:r>
            <a:r>
              <a:rPr lang="en-SG" altLang="en-US" sz="1000" baseline="0" dirty="0" err="1" smtClean="0"/>
              <a:t>quản</a:t>
            </a:r>
            <a:r>
              <a:rPr lang="en-SG" altLang="en-US" sz="1000" baseline="0" dirty="0" smtClean="0"/>
              <a:t> </a:t>
            </a:r>
            <a:r>
              <a:rPr lang="en-SG" altLang="en-US" sz="1000" baseline="0" dirty="0" err="1" smtClean="0"/>
              <a:t>lý</a:t>
            </a:r>
            <a:r>
              <a:rPr lang="en-SG" altLang="en-US" sz="1000" baseline="0" dirty="0" smtClean="0"/>
              <a:t> </a:t>
            </a:r>
            <a:r>
              <a:rPr lang="en-SG" altLang="en-US" sz="1000" baseline="0" dirty="0" err="1" smtClean="0"/>
              <a:t>sản</a:t>
            </a:r>
            <a:r>
              <a:rPr lang="en-SG" altLang="en-US" sz="1000" baseline="0" dirty="0" smtClean="0"/>
              <a:t> </a:t>
            </a:r>
            <a:r>
              <a:rPr lang="en-SG" altLang="en-US" sz="1000" baseline="0" dirty="0" err="1" smtClean="0"/>
              <a:t>xuất</a:t>
            </a:r>
            <a:r>
              <a:rPr lang="en-SG" altLang="en-US" sz="1000" baseline="0" dirty="0" smtClean="0"/>
              <a:t> IBM</a:t>
            </a:r>
            <a:endParaRPr lang="en-SG" altLang="en-US" sz="1000" dirty="0" smtClean="0"/>
          </a:p>
        </p:txBody>
      </p:sp>
      <p:sp>
        <p:nvSpPr>
          <p:cNvPr id="7" name="Line 13"/>
          <p:cNvSpPr>
            <a:spLocks noChangeShapeType="1"/>
          </p:cNvSpPr>
          <p:nvPr/>
        </p:nvSpPr>
        <p:spPr bwMode="auto">
          <a:xfrm flipV="1">
            <a:off x="274638" y="549275"/>
            <a:ext cx="8594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58750" y="660400"/>
            <a:ext cx="8731250" cy="2184400"/>
          </a:xfrm>
        </p:spPr>
        <p:txBody>
          <a:bodyPr lIns="91440" rIns="91440" anchor="b"/>
          <a:lstStyle>
            <a:lvl1pPr>
              <a:defRPr sz="35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altLang="en-US" noProof="0" dirty="0" smtClean="0"/>
              <a:t>Click to edit Master title style</a:t>
            </a:r>
            <a:endParaRPr lang="en-SG" altLang="en-US" noProof="0" dirty="0" smtClean="0"/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58750" y="4191000"/>
            <a:ext cx="4489450" cy="815975"/>
          </a:xfrm>
        </p:spPr>
        <p:txBody>
          <a:bodyPr lIns="91440" rIns="91440"/>
          <a:lstStyle>
            <a:lvl1pPr marL="0" indent="0">
              <a:spcBef>
                <a:spcPct val="0"/>
              </a:spcBef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altLang="en-US" noProof="0" smtClean="0"/>
              <a:t>Click to edit Master subtitle style</a:t>
            </a:r>
            <a:endParaRPr lang="en-SG" altLang="en-US" noProof="0" smtClean="0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282F2D-62C1-41A9-9BFA-CC34BED93298}" type="slidenum">
              <a:rPr lang="en-SG" altLang="en-US"/>
              <a:pPr>
                <a:defRPr/>
              </a:pPr>
              <a:t>‹#›</a:t>
            </a:fld>
            <a:endParaRPr lang="en-SG" alt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710" y="6021288"/>
            <a:ext cx="1251994" cy="738282"/>
          </a:xfrm>
          <a:prstGeom prst="rect">
            <a:avLst/>
          </a:prstGeom>
        </p:spPr>
      </p:pic>
      <p:sp>
        <p:nvSpPr>
          <p:cNvPr id="11" name="Text Box 46"/>
          <p:cNvSpPr txBox="1">
            <a:spLocks noChangeArrowheads="1"/>
          </p:cNvSpPr>
          <p:nvPr userDrawn="1"/>
        </p:nvSpPr>
        <p:spPr bwMode="auto">
          <a:xfrm>
            <a:off x="268288" y="61188"/>
            <a:ext cx="21351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l" eaLnBrk="1" hangingPunct="1">
              <a:spcAft>
                <a:spcPts val="900"/>
              </a:spcAft>
              <a:defRPr/>
            </a:pPr>
            <a:r>
              <a:rPr lang="en-SG" altLang="en-US" sz="1800" b="1" dirty="0" err="1" smtClean="0">
                <a:latin typeface="Aharoni" panose="02010803020104030203" pitchFamily="2" charset="-79"/>
                <a:cs typeface="Aharoni" panose="02010803020104030203" pitchFamily="2" charset="-79"/>
              </a:rPr>
              <a:t>Viettel</a:t>
            </a:r>
            <a:r>
              <a:rPr lang="en-SG" altLang="en-US" sz="1800" b="1" dirty="0" smtClean="0">
                <a:latin typeface="Aharoni" panose="02010803020104030203" pitchFamily="2" charset="-79"/>
                <a:cs typeface="Aharoni" panose="02010803020104030203" pitchFamily="2" charset="-79"/>
              </a:rPr>
              <a:t> ICT</a:t>
            </a:r>
          </a:p>
        </p:txBody>
      </p:sp>
    </p:spTree>
    <p:extLst>
      <p:ext uri="{BB962C8B-B14F-4D97-AF65-F5344CB8AC3E}">
        <p14:creationId xmlns:p14="http://schemas.microsoft.com/office/powerpoint/2010/main" val="2972767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DA3321-EED7-40CA-B63F-ED99739708CB}" type="slidenum">
              <a:rPr lang="en-SG" altLang="en-US"/>
              <a:pPr>
                <a:defRPr/>
              </a:pPr>
              <a:t>‹#›</a:t>
            </a:fld>
            <a:endParaRPr lang="en-SG" alt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 alt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426369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AD64E6-A9EB-4FC5-A0DB-0A9A2E16A274}" type="slidenum">
              <a:rPr lang="en-SG" altLang="en-US"/>
              <a:pPr>
                <a:defRPr/>
              </a:pPr>
              <a:t>‹#›</a:t>
            </a:fld>
            <a:endParaRPr lang="en-SG" alt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 alt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2296063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68288" y="1600200"/>
            <a:ext cx="4233862" cy="12049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4550" y="1600200"/>
            <a:ext cx="4233863" cy="12049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2B652CD-2B64-4F1C-B35B-12D0053E3C12}" type="slidenum">
              <a:rPr lang="en-SG" altLang="en-US"/>
              <a:pPr>
                <a:defRPr/>
              </a:pPr>
              <a:t>‹#›</a:t>
            </a:fld>
            <a:endParaRPr lang="en-SG" alt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 altLang="en-U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17990026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4017E9-0F1E-4147-9481-7E61F657E8A1}" type="slidenum">
              <a:rPr lang="en-SG" altLang="en-US"/>
              <a:pPr>
                <a:defRPr/>
              </a:pPr>
              <a:t>‹#›</a:t>
            </a:fld>
            <a:endParaRPr lang="en-SG" altLang="en-US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 altLang="en-US"/>
          </a:p>
        </p:txBody>
      </p:sp>
      <p:sp>
        <p:nvSpPr>
          <p:cNvPr id="9" name="Rectangle 10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2942624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10073D-87F5-4D0F-8914-8A8E4A39885D}" type="slidenum">
              <a:rPr lang="en-SG" altLang="en-US"/>
              <a:pPr>
                <a:defRPr/>
              </a:pPr>
              <a:t>‹#›</a:t>
            </a:fld>
            <a:endParaRPr lang="en-SG" altLang="en-US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 altLang="en-US"/>
          </a:p>
        </p:txBody>
      </p:sp>
      <p:sp>
        <p:nvSpPr>
          <p:cNvPr id="5" name="Rectangle 10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853945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C04C3D-B30E-45FC-8C4C-F0C36DB5104D}" type="slidenum">
              <a:rPr lang="en-SG" altLang="en-US"/>
              <a:pPr>
                <a:defRPr/>
              </a:pPr>
              <a:t>‹#›</a:t>
            </a:fld>
            <a:endParaRPr lang="en-SG" altLang="en-US"/>
          </a:p>
        </p:txBody>
      </p:sp>
      <p:sp>
        <p:nvSpPr>
          <p:cNvPr id="3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 altLang="en-US"/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27777720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EF9010-E617-4453-978C-25CD7405AFE6}" type="slidenum">
              <a:rPr lang="en-SG" altLang="en-US"/>
              <a:pPr>
                <a:defRPr/>
              </a:pPr>
              <a:t>‹#›</a:t>
            </a:fld>
            <a:endParaRPr lang="en-SG" alt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 altLang="en-U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42918701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SG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53A809-430A-4876-860D-3CAA1C660969}" type="slidenum">
              <a:rPr lang="en-SG" altLang="en-US"/>
              <a:pPr>
                <a:defRPr/>
              </a:pPr>
              <a:t>‹#›</a:t>
            </a:fld>
            <a:endParaRPr lang="en-SG" altLang="en-US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 altLang="en-US"/>
          </a:p>
        </p:txBody>
      </p:sp>
      <p:sp>
        <p:nvSpPr>
          <p:cNvPr id="7" name="Rectangle 10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4133554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BA9D31-8C42-4232-8A61-27741C296CD4}" type="slidenum">
              <a:rPr lang="en-SG" altLang="en-US"/>
              <a:pPr>
                <a:defRPr/>
              </a:pPr>
              <a:t>‹#›</a:t>
            </a:fld>
            <a:endParaRPr lang="en-SG" alt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 alt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22105064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4175" y="615950"/>
            <a:ext cx="2154238" cy="21891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68288" y="615950"/>
            <a:ext cx="6313487" cy="21891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SG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5ACAEE-D731-4598-8664-B911B839AAB9}" type="slidenum">
              <a:rPr lang="en-SG" altLang="en-US"/>
              <a:pPr>
                <a:defRPr/>
              </a:pPr>
              <a:t>‹#›</a:t>
            </a:fld>
            <a:endParaRPr lang="en-SG" altLang="en-US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 altLang="en-US"/>
          </a:p>
        </p:txBody>
      </p:sp>
      <p:sp>
        <p:nvSpPr>
          <p:cNvPr id="6" name="Rectangle 10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2148972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Line 4"/>
          <p:cNvSpPr>
            <a:spLocks noChangeShapeType="1"/>
          </p:cNvSpPr>
          <p:nvPr/>
        </p:nvSpPr>
        <p:spPr bwMode="auto">
          <a:xfrm flipV="1">
            <a:off x="274638" y="549275"/>
            <a:ext cx="85947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1028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268288" y="1600200"/>
            <a:ext cx="8620125" cy="1204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SG" altLang="en-US" smtClean="0"/>
              <a:t>Click to edit Master text styles</a:t>
            </a:r>
          </a:p>
          <a:p>
            <a:pPr lvl="1"/>
            <a:r>
              <a:rPr lang="en-SG" altLang="en-US" smtClean="0"/>
              <a:t>Second level</a:t>
            </a:r>
          </a:p>
          <a:p>
            <a:pPr lvl="2"/>
            <a:r>
              <a:rPr lang="en-SG" altLang="en-US" smtClean="0"/>
              <a:t>Third level</a:t>
            </a:r>
          </a:p>
          <a:p>
            <a:pPr lvl="3"/>
            <a:r>
              <a:rPr lang="en-SG" altLang="en-US" smtClean="0"/>
              <a:t>Fourth level</a:t>
            </a:r>
          </a:p>
        </p:txBody>
      </p:sp>
      <p:sp>
        <p:nvSpPr>
          <p:cNvPr id="26631" name="Rectangle 7"/>
          <p:cNvSpPr>
            <a:spLocks noGrp="1" noChangeArrowheads="1"/>
          </p:cNvSpPr>
          <p:nvPr>
            <p:ph type="sldNum" sz="quarter" idx="4"/>
          </p:nvPr>
        </p:nvSpPr>
        <p:spPr bwMode="black">
          <a:xfrm>
            <a:off x="268288" y="6537325"/>
            <a:ext cx="366712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6038" rIns="0" bIns="46038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800"/>
            </a:lvl1pPr>
          </a:lstStyle>
          <a:p>
            <a:pPr>
              <a:defRPr/>
            </a:pPr>
            <a:fld id="{44E648CA-9C52-4AD6-BD8A-DC7DCAA084BB}" type="slidenum">
              <a:rPr lang="en-SG" altLang="en-US"/>
              <a:pPr>
                <a:defRPr/>
              </a:pPr>
              <a:t>‹#›</a:t>
            </a:fld>
            <a:endParaRPr lang="en-SG" altLang="en-US"/>
          </a:p>
        </p:txBody>
      </p:sp>
      <p:sp>
        <p:nvSpPr>
          <p:cNvPr id="26632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773238" y="6537325"/>
            <a:ext cx="5943600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6038" rIns="0" bIns="46038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8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SG" altLang="en-US"/>
          </a:p>
        </p:txBody>
      </p:sp>
      <p:sp>
        <p:nvSpPr>
          <p:cNvPr id="1032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268288" y="615950"/>
            <a:ext cx="8620125" cy="393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altLang="en-US" smtClean="0"/>
              <a:t>Click to edit Master title style</a:t>
            </a:r>
            <a:endParaRPr lang="en-SG" altLang="en-US" smtClean="0"/>
          </a:p>
        </p:txBody>
      </p:sp>
      <p:sp>
        <p:nvSpPr>
          <p:cNvPr id="26634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01675" y="6537325"/>
            <a:ext cx="1004888" cy="184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46038" rIns="0" bIns="46038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8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SG" altLang="en-US"/>
          </a:p>
        </p:txBody>
      </p:sp>
      <p:sp>
        <p:nvSpPr>
          <p:cNvPr id="1034" name="Text Box 46"/>
          <p:cNvSpPr txBox="1">
            <a:spLocks noChangeArrowheads="1"/>
          </p:cNvSpPr>
          <p:nvPr/>
        </p:nvSpPr>
        <p:spPr bwMode="auto">
          <a:xfrm>
            <a:off x="268288" y="136525"/>
            <a:ext cx="776922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Aft>
                <a:spcPts val="900"/>
              </a:spcAft>
              <a:defRPr/>
            </a:pPr>
            <a:r>
              <a:rPr lang="en-SG" altLang="en-US" sz="1000" dirty="0" err="1" smtClean="0"/>
              <a:t>Đào</a:t>
            </a:r>
            <a:r>
              <a:rPr lang="en-SG" altLang="en-US" sz="1000" baseline="0" dirty="0" smtClean="0"/>
              <a:t> </a:t>
            </a:r>
            <a:r>
              <a:rPr lang="en-SG" altLang="en-US" sz="1000" baseline="0" dirty="0" err="1" smtClean="0"/>
              <a:t>tạo</a:t>
            </a:r>
            <a:r>
              <a:rPr lang="en-SG" altLang="en-US" sz="1000" baseline="0" dirty="0" smtClean="0"/>
              <a:t> </a:t>
            </a:r>
            <a:r>
              <a:rPr lang="en-SG" altLang="en-US" sz="1000" baseline="0" dirty="0" err="1" smtClean="0"/>
              <a:t>c</a:t>
            </a:r>
            <a:r>
              <a:rPr lang="en-SG" altLang="en-US" sz="1000" dirty="0" err="1" smtClean="0"/>
              <a:t>ông</a:t>
            </a:r>
            <a:r>
              <a:rPr lang="en-SG" altLang="en-US" sz="1000" baseline="0" dirty="0" smtClean="0"/>
              <a:t> </a:t>
            </a:r>
            <a:r>
              <a:rPr lang="en-SG" altLang="en-US" sz="1000" baseline="0" dirty="0" err="1" smtClean="0"/>
              <a:t>cụ</a:t>
            </a:r>
            <a:r>
              <a:rPr lang="en-SG" altLang="en-US" sz="1000" baseline="0" dirty="0" smtClean="0"/>
              <a:t> </a:t>
            </a:r>
            <a:r>
              <a:rPr lang="en-SG" altLang="en-US" sz="1000" baseline="0" dirty="0" err="1" smtClean="0"/>
              <a:t>quản</a:t>
            </a:r>
            <a:r>
              <a:rPr lang="en-SG" altLang="en-US" sz="1000" baseline="0" dirty="0" smtClean="0"/>
              <a:t> </a:t>
            </a:r>
            <a:r>
              <a:rPr lang="en-SG" altLang="en-US" sz="1000" baseline="0" dirty="0" err="1" smtClean="0"/>
              <a:t>lý</a:t>
            </a:r>
            <a:r>
              <a:rPr lang="en-SG" altLang="en-US" sz="1000" baseline="0" dirty="0" smtClean="0"/>
              <a:t> </a:t>
            </a:r>
            <a:r>
              <a:rPr lang="en-SG" altLang="en-US" sz="1000" baseline="0" dirty="0" err="1" smtClean="0"/>
              <a:t>sản</a:t>
            </a:r>
            <a:r>
              <a:rPr lang="en-SG" altLang="en-US" sz="1000" baseline="0" dirty="0" smtClean="0"/>
              <a:t> </a:t>
            </a:r>
            <a:r>
              <a:rPr lang="en-SG" altLang="en-US" sz="1000" baseline="0" dirty="0" err="1" smtClean="0"/>
              <a:t>xuất</a:t>
            </a:r>
            <a:r>
              <a:rPr lang="en-SG" altLang="en-US" sz="1000" baseline="0" dirty="0" smtClean="0"/>
              <a:t> IBM</a:t>
            </a:r>
            <a:endParaRPr lang="en-SG" altLang="en-US" sz="1000" dirty="0" smtClean="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1511" y="54506"/>
            <a:ext cx="760969" cy="44873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2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2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2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2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2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2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173038" indent="-173038" algn="l" rtl="0" eaLnBrk="0" fontAlgn="base" hangingPunct="0">
        <a:spcBef>
          <a:spcPct val="5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38138" indent="-163513" algn="l" rtl="0" eaLnBrk="0" fontAlgn="base" hangingPunct="0">
        <a:spcBef>
          <a:spcPct val="500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12763" indent="-173038" algn="l" rtl="0" eaLnBrk="0" fontAlgn="base" hangingPunct="0">
        <a:spcBef>
          <a:spcPct val="50000"/>
        </a:spcBef>
        <a:spcAft>
          <a:spcPct val="0"/>
        </a:spcAft>
        <a:buClr>
          <a:schemeClr val="tx1"/>
        </a:buClr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687388" indent="-173038" algn="l" rtl="0" eaLnBrk="0" fontAlgn="base" hangingPunct="0">
        <a:spcBef>
          <a:spcPct val="50000"/>
        </a:spcBef>
        <a:spcAft>
          <a:spcPct val="0"/>
        </a:spcAft>
        <a:buClr>
          <a:schemeClr val="tx1"/>
        </a:buClr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39875" indent="-163513" algn="l" rtl="0" eaLnBrk="0" fontAlgn="base" hangingPunct="0">
        <a:spcBef>
          <a:spcPct val="20000"/>
        </a:spcBef>
        <a:spcAft>
          <a:spcPct val="0"/>
        </a:spcAft>
        <a:buClr>
          <a:schemeClr val="bg1"/>
        </a:buClr>
        <a:buChar char="»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15"/>
          <p:cNvSpPr>
            <a:spLocks noGrp="1" noChangeArrowheads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D15CCCAE-983D-4CE0-9345-9467425A2795}" type="slidenum">
              <a:rPr lang="en-SG" altLang="en-US" smtClean="0"/>
              <a:pPr/>
              <a:t>1</a:t>
            </a:fld>
            <a:endParaRPr lang="en-SG" altLang="en-US" smtClean="0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58750" y="1782971"/>
            <a:ext cx="8731250" cy="1061829"/>
          </a:xfrm>
        </p:spPr>
        <p:txBody>
          <a:bodyPr/>
          <a:lstStyle/>
          <a:p>
            <a:pPr eaLnBrk="1" hangingPunct="1"/>
            <a:r>
              <a:rPr lang="vi-VN" dirty="0"/>
              <a:t>Hướng dẫn lập kế hoạch </a:t>
            </a:r>
            <a:r>
              <a:rPr lang="vi-VN" dirty="0" smtClean="0"/>
              <a:t>&amp; </a:t>
            </a:r>
            <a:r>
              <a:rPr lang="vi-VN" dirty="0"/>
              <a:t>theo dõi tiến độ </a:t>
            </a:r>
            <a:r>
              <a:rPr lang="vi-VN" dirty="0" smtClean="0"/>
              <a:t>trên công </a:t>
            </a:r>
            <a:r>
              <a:rPr lang="vi-VN" dirty="0"/>
              <a:t>cụ IBM </a:t>
            </a:r>
            <a:r>
              <a:rPr lang="vi-VN" dirty="0" smtClean="0"/>
              <a:t>RTC</a:t>
            </a:r>
            <a:endParaRPr lang="en-US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88020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 dirty="0" smtClean="0"/>
              <a:t>Nội dung trình bày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288" y="1600200"/>
            <a:ext cx="8620125" cy="1446550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vi-VN" sz="2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Mô hình sử dụng công cụ với quy trình Agile</a:t>
            </a:r>
          </a:p>
          <a:p>
            <a:pPr marL="457200" indent="-457200">
              <a:buAutoNum type="arabicPeriod"/>
            </a:pPr>
            <a:r>
              <a:rPr lang="vi-VN" sz="2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Hướng dẫn lập kế hoạch và </a:t>
            </a:r>
            <a:r>
              <a:rPr lang="vi-VN" sz="2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kiểm soát </a:t>
            </a:r>
            <a:r>
              <a:rPr lang="vi-VN" sz="2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tiến độ sản </a:t>
            </a:r>
            <a:r>
              <a:rPr lang="vi-VN" sz="2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xuất</a:t>
            </a:r>
          </a:p>
          <a:p>
            <a:pPr marL="457200" indent="-457200">
              <a:buAutoNum type="arabicPeriod"/>
            </a:pPr>
            <a:r>
              <a:rPr lang="vi-VN" sz="220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Q&amp;A</a:t>
            </a:r>
            <a:r>
              <a:rPr lang="vi-VN" sz="2200" dirty="0" smtClean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?</a:t>
            </a:r>
            <a:endParaRPr lang="vi-VN" sz="2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8DA3321-EED7-40CA-B63F-ED99739708CB}" type="slidenum">
              <a:rPr lang="en-SG" altLang="en-US" smtClean="0"/>
              <a:pPr>
                <a:defRPr/>
              </a:pPr>
              <a:t>2</a:t>
            </a:fld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2589813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Mô</a:t>
            </a:r>
            <a:r>
              <a:rPr lang="en-US" dirty="0" smtClean="0"/>
              <a:t> </a:t>
            </a:r>
            <a:r>
              <a:rPr lang="en-US" dirty="0" err="1" smtClean="0"/>
              <a:t>hình</a:t>
            </a:r>
            <a:r>
              <a:rPr lang="en-US" dirty="0" smtClean="0"/>
              <a:t> </a:t>
            </a:r>
            <a:r>
              <a:rPr lang="en-US" dirty="0" err="1" smtClean="0"/>
              <a:t>sử</a:t>
            </a:r>
            <a:r>
              <a:rPr lang="en-US" dirty="0" smtClean="0"/>
              <a:t> </a:t>
            </a:r>
            <a:r>
              <a:rPr lang="en-US" dirty="0" err="1" smtClean="0"/>
              <a:t>dụng</a:t>
            </a:r>
            <a:r>
              <a:rPr lang="en-US" dirty="0" smtClean="0"/>
              <a:t> </a:t>
            </a:r>
            <a:r>
              <a:rPr lang="en-US" dirty="0" err="1" smtClean="0"/>
              <a:t>với</a:t>
            </a:r>
            <a:r>
              <a:rPr lang="en-US" dirty="0" smtClean="0"/>
              <a:t> </a:t>
            </a:r>
            <a:r>
              <a:rPr lang="en-US" dirty="0" err="1" smtClean="0"/>
              <a:t>quy</a:t>
            </a:r>
            <a:r>
              <a:rPr lang="en-US" dirty="0" smtClean="0"/>
              <a:t> </a:t>
            </a:r>
            <a:r>
              <a:rPr lang="en-US" dirty="0" err="1" smtClean="0"/>
              <a:t>trình</a:t>
            </a:r>
            <a:r>
              <a:rPr lang="en-US" dirty="0" smtClean="0"/>
              <a:t> </a:t>
            </a:r>
            <a:r>
              <a:rPr lang="en-US" dirty="0" err="1" smtClean="0"/>
              <a:t>Viettel</a:t>
            </a:r>
            <a:r>
              <a:rPr lang="en-US" dirty="0" smtClean="0"/>
              <a:t> Agile</a:t>
            </a:r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8DA3321-EED7-40CA-B63F-ED99739708CB}" type="slidenum">
              <a:rPr lang="en-SG" altLang="en-US" smtClean="0"/>
              <a:pPr>
                <a:defRPr/>
              </a:pPr>
              <a:t>3</a:t>
            </a:fld>
            <a:endParaRPr lang="en-SG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862" y="1134281"/>
            <a:ext cx="8602275" cy="4887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824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Hướng</a:t>
            </a:r>
            <a:r>
              <a:rPr lang="en-US" dirty="0" smtClean="0"/>
              <a:t> </a:t>
            </a:r>
            <a:r>
              <a:rPr lang="en-US" dirty="0" err="1" smtClean="0"/>
              <a:t>dẫn</a:t>
            </a:r>
            <a:r>
              <a:rPr lang="en-US" dirty="0" smtClean="0"/>
              <a:t> </a:t>
            </a:r>
            <a:r>
              <a:rPr lang="en-US" dirty="0" err="1" smtClean="0"/>
              <a:t>lập</a:t>
            </a:r>
            <a:r>
              <a:rPr lang="en-US" dirty="0" smtClean="0"/>
              <a:t> </a:t>
            </a:r>
            <a:r>
              <a:rPr lang="en-US" dirty="0" err="1" smtClean="0"/>
              <a:t>kế</a:t>
            </a:r>
            <a:r>
              <a:rPr lang="en-US" dirty="0" smtClean="0"/>
              <a:t> </a:t>
            </a:r>
            <a:r>
              <a:rPr lang="en-US" dirty="0" err="1" smtClean="0"/>
              <a:t>hoạch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kiểm</a:t>
            </a:r>
            <a:r>
              <a:rPr lang="en-US" dirty="0" smtClean="0"/>
              <a:t> </a:t>
            </a:r>
            <a:r>
              <a:rPr lang="en-US" dirty="0" err="1" smtClean="0"/>
              <a:t>soát</a:t>
            </a:r>
            <a:r>
              <a:rPr lang="en-US" dirty="0" smtClean="0"/>
              <a:t> </a:t>
            </a:r>
            <a:r>
              <a:rPr lang="en-US" dirty="0" err="1" smtClean="0"/>
              <a:t>tiến</a:t>
            </a:r>
            <a:r>
              <a:rPr lang="en-US" dirty="0" smtClean="0"/>
              <a:t> </a:t>
            </a:r>
            <a:r>
              <a:rPr lang="en-US" dirty="0" err="1" smtClean="0"/>
              <a:t>độ</a:t>
            </a:r>
            <a:endParaRPr lang="vi-V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8DA3321-EED7-40CA-B63F-ED99739708CB}" type="slidenum">
              <a:rPr lang="en-SG" altLang="en-US" smtClean="0"/>
              <a:pPr>
                <a:defRPr/>
              </a:pPr>
              <a:t>4</a:t>
            </a:fld>
            <a:endParaRPr lang="en-SG" alt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338" y="1257686"/>
            <a:ext cx="8246118" cy="49796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5516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Hướng</a:t>
            </a:r>
            <a:r>
              <a:rPr lang="en-US" dirty="0" smtClean="0"/>
              <a:t> </a:t>
            </a:r>
            <a:r>
              <a:rPr lang="en-US" dirty="0" err="1" smtClean="0"/>
              <a:t>dẫn</a:t>
            </a:r>
            <a:r>
              <a:rPr lang="en-US" dirty="0" smtClean="0"/>
              <a:t> </a:t>
            </a:r>
            <a:r>
              <a:rPr lang="en-US" dirty="0" err="1" smtClean="0"/>
              <a:t>lập</a:t>
            </a:r>
            <a:r>
              <a:rPr lang="en-US" dirty="0" smtClean="0"/>
              <a:t> </a:t>
            </a:r>
            <a:r>
              <a:rPr lang="en-US" dirty="0" err="1" smtClean="0"/>
              <a:t>kế</a:t>
            </a:r>
            <a:r>
              <a:rPr lang="en-US" dirty="0" smtClean="0"/>
              <a:t> </a:t>
            </a:r>
            <a:r>
              <a:rPr lang="en-US" dirty="0" err="1" smtClean="0"/>
              <a:t>hoạch</a:t>
            </a:r>
            <a:r>
              <a:rPr lang="en-US" dirty="0" smtClean="0"/>
              <a:t> </a:t>
            </a:r>
            <a:r>
              <a:rPr lang="en-US" dirty="0" err="1" smtClean="0"/>
              <a:t>và</a:t>
            </a:r>
            <a:r>
              <a:rPr lang="en-US" dirty="0" smtClean="0"/>
              <a:t> </a:t>
            </a:r>
            <a:r>
              <a:rPr lang="en-US" dirty="0" err="1" smtClean="0"/>
              <a:t>kiểm</a:t>
            </a:r>
            <a:r>
              <a:rPr lang="en-US" dirty="0" smtClean="0"/>
              <a:t> </a:t>
            </a:r>
            <a:r>
              <a:rPr lang="en-US" dirty="0" err="1" smtClean="0"/>
              <a:t>soát</a:t>
            </a:r>
            <a:r>
              <a:rPr lang="en-US" dirty="0" smtClean="0"/>
              <a:t> </a:t>
            </a:r>
            <a:r>
              <a:rPr lang="en-US" dirty="0" err="1" smtClean="0"/>
              <a:t>tiến</a:t>
            </a:r>
            <a:r>
              <a:rPr lang="en-US" dirty="0" smtClean="0"/>
              <a:t> </a:t>
            </a:r>
            <a:r>
              <a:rPr lang="en-US" dirty="0" err="1" smtClean="0"/>
              <a:t>độ</a:t>
            </a:r>
            <a:endParaRPr lang="vi-V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288" y="1600200"/>
            <a:ext cx="8620125" cy="4108817"/>
          </a:xfrm>
        </p:spPr>
        <p:txBody>
          <a:bodyPr/>
          <a:lstStyle/>
          <a:p>
            <a:r>
              <a:rPr lang="en-US" sz="1800" b="1" dirty="0" err="1" smtClean="0"/>
              <a:t>Một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số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chú</a:t>
            </a:r>
            <a:r>
              <a:rPr lang="en-US" sz="1800" b="1" dirty="0" smtClean="0"/>
              <a:t> ý </a:t>
            </a:r>
            <a:r>
              <a:rPr lang="en-US" sz="1800" b="1" dirty="0" err="1" smtClean="0"/>
              <a:t>sử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dụng</a:t>
            </a:r>
            <a:r>
              <a:rPr lang="en-US" sz="1800" b="1" dirty="0" smtClean="0"/>
              <a:t> </a:t>
            </a:r>
            <a:r>
              <a:rPr lang="en-US" sz="1800" b="1" dirty="0" err="1" smtClean="0"/>
              <a:t>trên</a:t>
            </a:r>
            <a:r>
              <a:rPr lang="en-US" sz="1800" b="1" dirty="0" smtClean="0"/>
              <a:t> RTC</a:t>
            </a:r>
          </a:p>
          <a:p>
            <a:pPr lvl="1"/>
            <a:r>
              <a:rPr lang="en-US" sz="1800" dirty="0" err="1" smtClean="0"/>
              <a:t>Khái</a:t>
            </a:r>
            <a:r>
              <a:rPr lang="en-US" sz="1800" dirty="0" smtClean="0"/>
              <a:t> </a:t>
            </a:r>
            <a:r>
              <a:rPr lang="en-US" sz="1800" dirty="0" err="1" smtClean="0"/>
              <a:t>niệm</a:t>
            </a:r>
            <a:r>
              <a:rPr lang="en-US" sz="1800" dirty="0" smtClean="0"/>
              <a:t> Epic, story, task, defect.</a:t>
            </a:r>
          </a:p>
          <a:p>
            <a:pPr lvl="1"/>
            <a:r>
              <a:rPr lang="en-US" sz="1800" b="1" dirty="0" smtClean="0">
                <a:solidFill>
                  <a:srgbClr val="FF0000"/>
                </a:solidFill>
              </a:rPr>
              <a:t>Sprint/Story </a:t>
            </a:r>
            <a:r>
              <a:rPr lang="en-US" sz="1800" b="1" dirty="0" err="1">
                <a:solidFill>
                  <a:srgbClr val="FF0000"/>
                </a:solidFill>
              </a:rPr>
              <a:t>chỉ</a:t>
            </a:r>
            <a:r>
              <a:rPr lang="en-US" sz="1800" b="1" dirty="0">
                <a:solidFill>
                  <a:srgbClr val="FF0000"/>
                </a:solidFill>
              </a:rPr>
              <a:t> </a:t>
            </a:r>
            <a:r>
              <a:rPr lang="en-US" sz="1800" b="1" dirty="0" err="1">
                <a:solidFill>
                  <a:srgbClr val="FF0000"/>
                </a:solidFill>
              </a:rPr>
              <a:t>hoàn</a:t>
            </a:r>
            <a:r>
              <a:rPr lang="en-US" sz="1800" b="1" dirty="0">
                <a:solidFill>
                  <a:srgbClr val="FF0000"/>
                </a:solidFill>
              </a:rPr>
              <a:t> </a:t>
            </a:r>
            <a:r>
              <a:rPr lang="en-US" sz="1800" b="1" dirty="0" err="1">
                <a:solidFill>
                  <a:srgbClr val="FF0000"/>
                </a:solidFill>
              </a:rPr>
              <a:t>thành</a:t>
            </a:r>
            <a:r>
              <a:rPr lang="en-US" sz="1800" b="1" dirty="0">
                <a:solidFill>
                  <a:srgbClr val="FF0000"/>
                </a:solidFill>
              </a:rPr>
              <a:t> </a:t>
            </a:r>
            <a:r>
              <a:rPr lang="en-US" sz="1800" b="1" dirty="0" err="1">
                <a:solidFill>
                  <a:srgbClr val="FF0000"/>
                </a:solidFill>
              </a:rPr>
              <a:t>khi</a:t>
            </a:r>
            <a:r>
              <a:rPr lang="en-US" sz="1800" b="1" dirty="0">
                <a:solidFill>
                  <a:srgbClr val="FF0000"/>
                </a:solidFill>
              </a:rPr>
              <a:t> </a:t>
            </a:r>
            <a:r>
              <a:rPr lang="en-US" sz="1800" b="1" dirty="0" err="1">
                <a:solidFill>
                  <a:srgbClr val="FF0000"/>
                </a:solidFill>
              </a:rPr>
              <a:t>các</a:t>
            </a:r>
            <a:r>
              <a:rPr lang="en-US" sz="1800" b="1" dirty="0">
                <a:solidFill>
                  <a:srgbClr val="FF0000"/>
                </a:solidFill>
              </a:rPr>
              <a:t> </a:t>
            </a:r>
            <a:r>
              <a:rPr lang="en-US" sz="1800" b="1" dirty="0" smtClean="0">
                <a:solidFill>
                  <a:srgbClr val="FF0000"/>
                </a:solidFill>
              </a:rPr>
              <a:t>story/task </a:t>
            </a:r>
            <a:r>
              <a:rPr lang="en-US" sz="1800" b="1" dirty="0">
                <a:solidFill>
                  <a:srgbClr val="FF0000"/>
                </a:solidFill>
              </a:rPr>
              <a:t>con </a:t>
            </a:r>
            <a:r>
              <a:rPr lang="en-US" sz="1800" b="1" dirty="0" err="1">
                <a:solidFill>
                  <a:srgbClr val="FF0000"/>
                </a:solidFill>
              </a:rPr>
              <a:t>hoàn</a:t>
            </a:r>
            <a:r>
              <a:rPr lang="en-US" sz="1800" b="1" dirty="0">
                <a:solidFill>
                  <a:srgbClr val="FF0000"/>
                </a:solidFill>
              </a:rPr>
              <a:t> </a:t>
            </a:r>
            <a:r>
              <a:rPr lang="en-US" sz="1800" b="1" dirty="0" err="1" smtClean="0">
                <a:solidFill>
                  <a:srgbClr val="FF0000"/>
                </a:solidFill>
              </a:rPr>
              <a:t>thành</a:t>
            </a:r>
            <a:r>
              <a:rPr lang="en-US" sz="1800" b="1" dirty="0" smtClean="0">
                <a:solidFill>
                  <a:srgbClr val="FF0000"/>
                </a:solidFill>
              </a:rPr>
              <a:t>.</a:t>
            </a:r>
          </a:p>
          <a:p>
            <a:pPr lvl="1"/>
            <a:r>
              <a:rPr lang="en-US" sz="1800" b="1" dirty="0" smtClean="0">
                <a:solidFill>
                  <a:srgbClr val="FF0000"/>
                </a:solidFill>
              </a:rPr>
              <a:t>Task </a:t>
            </a:r>
            <a:r>
              <a:rPr lang="en-US" sz="1800" b="1" dirty="0" err="1" smtClean="0">
                <a:solidFill>
                  <a:srgbClr val="FF0000"/>
                </a:solidFill>
              </a:rPr>
              <a:t>phải</a:t>
            </a:r>
            <a:r>
              <a:rPr lang="en-US" sz="1800" b="1" dirty="0" smtClean="0">
                <a:solidFill>
                  <a:srgbClr val="FF0000"/>
                </a:solidFill>
              </a:rPr>
              <a:t> </a:t>
            </a:r>
            <a:r>
              <a:rPr lang="en-US" sz="1800" b="1" dirty="0" err="1" smtClean="0">
                <a:solidFill>
                  <a:srgbClr val="FF0000"/>
                </a:solidFill>
              </a:rPr>
              <a:t>được</a:t>
            </a:r>
            <a:r>
              <a:rPr lang="en-US" sz="1800" b="1" dirty="0" smtClean="0">
                <a:solidFill>
                  <a:srgbClr val="FF0000"/>
                </a:solidFill>
              </a:rPr>
              <a:t> estimate </a:t>
            </a:r>
            <a:r>
              <a:rPr lang="en-US" sz="1800" b="1" dirty="0" err="1" smtClean="0">
                <a:solidFill>
                  <a:srgbClr val="FF0000"/>
                </a:solidFill>
              </a:rPr>
              <a:t>và</a:t>
            </a:r>
            <a:r>
              <a:rPr lang="en-US" sz="1800" b="1" dirty="0" smtClean="0">
                <a:solidFill>
                  <a:srgbClr val="FF0000"/>
                </a:solidFill>
              </a:rPr>
              <a:t> </a:t>
            </a:r>
            <a:r>
              <a:rPr lang="en-US" sz="1800" b="1" dirty="0" err="1" smtClean="0">
                <a:solidFill>
                  <a:srgbClr val="FF0000"/>
                </a:solidFill>
              </a:rPr>
              <a:t>duadate</a:t>
            </a:r>
            <a:r>
              <a:rPr lang="en-US" sz="1800" b="1" dirty="0" smtClean="0">
                <a:solidFill>
                  <a:srgbClr val="FF0000"/>
                </a:solidFill>
              </a:rPr>
              <a:t>.</a:t>
            </a:r>
          </a:p>
          <a:p>
            <a:pPr lvl="1"/>
            <a:r>
              <a:rPr lang="vi-VN" sz="1800" b="1" dirty="0">
                <a:solidFill>
                  <a:srgbClr val="FF0000"/>
                </a:solidFill>
              </a:rPr>
              <a:t>Task, defect phải được cập nhật tiến độ hàng </a:t>
            </a:r>
            <a:r>
              <a:rPr lang="vi-VN" sz="1800" b="1" dirty="0" smtClean="0">
                <a:solidFill>
                  <a:srgbClr val="FF0000"/>
                </a:solidFill>
              </a:rPr>
              <a:t>ngày</a:t>
            </a:r>
          </a:p>
          <a:p>
            <a:pPr lvl="1"/>
            <a:r>
              <a:rPr lang="en-US" sz="1800" dirty="0"/>
              <a:t>Sprint/Release Plan </a:t>
            </a:r>
            <a:r>
              <a:rPr lang="en-US" sz="1800" dirty="0" err="1"/>
              <a:t>phải</a:t>
            </a:r>
            <a:r>
              <a:rPr lang="en-US" sz="1800" dirty="0"/>
              <a:t> </a:t>
            </a:r>
            <a:r>
              <a:rPr lang="en-US" sz="1800" dirty="0" err="1"/>
              <a:t>liên</a:t>
            </a:r>
            <a:r>
              <a:rPr lang="en-US" sz="1800" dirty="0"/>
              <a:t> </a:t>
            </a:r>
            <a:r>
              <a:rPr lang="en-US" sz="1800" dirty="0" err="1"/>
              <a:t>kết</a:t>
            </a:r>
            <a:r>
              <a:rPr lang="en-US" sz="1800" dirty="0"/>
              <a:t> </a:t>
            </a:r>
            <a:r>
              <a:rPr lang="en-US" sz="1800" dirty="0" err="1"/>
              <a:t>với</a:t>
            </a:r>
            <a:r>
              <a:rPr lang="en-US" sz="1800" dirty="0"/>
              <a:t> Requirement Collection </a:t>
            </a:r>
            <a:r>
              <a:rPr lang="en-US" sz="1800" dirty="0" err="1"/>
              <a:t>dự</a:t>
            </a:r>
            <a:r>
              <a:rPr lang="en-US" sz="1800" dirty="0"/>
              <a:t> </a:t>
            </a:r>
            <a:r>
              <a:rPr lang="en-US" sz="1800" dirty="0" err="1"/>
              <a:t>kiến</a:t>
            </a:r>
            <a:r>
              <a:rPr lang="en-US" sz="1800" dirty="0"/>
              <a:t> </a:t>
            </a:r>
            <a:r>
              <a:rPr lang="en-US" sz="1800" dirty="0" err="1"/>
              <a:t>thực</a:t>
            </a:r>
            <a:r>
              <a:rPr lang="en-US" sz="1800" dirty="0"/>
              <a:t> </a:t>
            </a:r>
            <a:r>
              <a:rPr lang="en-US" sz="1800" dirty="0" err="1"/>
              <a:t>hiện</a:t>
            </a:r>
            <a:endParaRPr lang="en-US" sz="1800" dirty="0"/>
          </a:p>
          <a:p>
            <a:pPr lvl="1"/>
            <a:r>
              <a:rPr lang="en-US" sz="1800" dirty="0"/>
              <a:t>Sprint Plan (</a:t>
            </a:r>
            <a:r>
              <a:rPr lang="en-US" sz="1800" dirty="0" err="1"/>
              <a:t>của</a:t>
            </a:r>
            <a:r>
              <a:rPr lang="en-US" sz="1800" dirty="0"/>
              <a:t> Sprint </a:t>
            </a:r>
            <a:r>
              <a:rPr lang="en-US" sz="1800" dirty="0" err="1"/>
              <a:t>khác</a:t>
            </a:r>
            <a:r>
              <a:rPr lang="en-US" sz="1800" dirty="0"/>
              <a:t> 0) </a:t>
            </a:r>
            <a:r>
              <a:rPr lang="en-US" sz="1800" dirty="0" err="1"/>
              <a:t>phải</a:t>
            </a:r>
            <a:r>
              <a:rPr lang="en-US" sz="1800" dirty="0"/>
              <a:t> </a:t>
            </a:r>
            <a:r>
              <a:rPr lang="en-US" sz="1800" dirty="0" err="1"/>
              <a:t>liên</a:t>
            </a:r>
            <a:r>
              <a:rPr lang="en-US" sz="1800" dirty="0"/>
              <a:t> </a:t>
            </a:r>
            <a:r>
              <a:rPr lang="en-US" sz="1800" dirty="0" err="1"/>
              <a:t>kết</a:t>
            </a:r>
            <a:r>
              <a:rPr lang="en-US" sz="1800" dirty="0"/>
              <a:t> </a:t>
            </a:r>
            <a:r>
              <a:rPr lang="en-US" sz="1800" dirty="0" err="1"/>
              <a:t>với</a:t>
            </a:r>
            <a:r>
              <a:rPr lang="en-US" sz="1800" dirty="0"/>
              <a:t> Test Plan </a:t>
            </a:r>
            <a:r>
              <a:rPr lang="en-US" sz="1800" dirty="0" err="1"/>
              <a:t>liên</a:t>
            </a:r>
            <a:r>
              <a:rPr lang="en-US" sz="1800" dirty="0"/>
              <a:t> </a:t>
            </a:r>
            <a:r>
              <a:rPr lang="en-US" sz="1800" dirty="0" err="1"/>
              <a:t>quan</a:t>
            </a:r>
            <a:r>
              <a:rPr lang="en-US" sz="1800" dirty="0"/>
              <a:t> </a:t>
            </a:r>
            <a:endParaRPr lang="en-US" sz="1800" dirty="0" smtClean="0"/>
          </a:p>
          <a:p>
            <a:pPr lvl="1"/>
            <a:r>
              <a:rPr lang="en-US" sz="1800" dirty="0" smtClean="0"/>
              <a:t>Defect </a:t>
            </a:r>
            <a:r>
              <a:rPr lang="en-US" sz="1800" dirty="0" err="1"/>
              <a:t>phải</a:t>
            </a:r>
            <a:r>
              <a:rPr lang="en-US" sz="1800" dirty="0"/>
              <a:t> </a:t>
            </a:r>
            <a:r>
              <a:rPr lang="en-US" sz="1800" dirty="0" err="1"/>
              <a:t>được</a:t>
            </a:r>
            <a:r>
              <a:rPr lang="en-US" sz="1800" dirty="0"/>
              <a:t> </a:t>
            </a:r>
            <a:r>
              <a:rPr lang="en-US" sz="1800" dirty="0" err="1"/>
              <a:t>liên</a:t>
            </a:r>
            <a:r>
              <a:rPr lang="en-US" sz="1800" dirty="0"/>
              <a:t> </a:t>
            </a:r>
            <a:r>
              <a:rPr lang="en-US" sz="1800" dirty="0" err="1"/>
              <a:t>kết</a:t>
            </a:r>
            <a:r>
              <a:rPr lang="en-US" sz="1800" dirty="0"/>
              <a:t> </a:t>
            </a:r>
            <a:r>
              <a:rPr lang="en-US" sz="1800" dirty="0" err="1"/>
              <a:t>đến</a:t>
            </a:r>
            <a:r>
              <a:rPr lang="en-US" sz="1800" dirty="0"/>
              <a:t> </a:t>
            </a:r>
            <a:r>
              <a:rPr lang="en-US" sz="1800" dirty="0" err="1"/>
              <a:t>các</a:t>
            </a:r>
            <a:r>
              <a:rPr lang="en-US" sz="1800" dirty="0"/>
              <a:t> story</a:t>
            </a:r>
            <a:r>
              <a:rPr lang="en-US" sz="1800" dirty="0" smtClean="0"/>
              <a:t>.</a:t>
            </a:r>
          </a:p>
          <a:p>
            <a:pPr lvl="1"/>
            <a:r>
              <a:rPr lang="en-US" sz="1800" b="1" dirty="0" err="1" smtClean="0">
                <a:solidFill>
                  <a:srgbClr val="FF0000"/>
                </a:solidFill>
              </a:rPr>
              <a:t>Khai</a:t>
            </a:r>
            <a:r>
              <a:rPr lang="en-US" sz="1800" b="1" dirty="0" smtClean="0">
                <a:solidFill>
                  <a:srgbClr val="FF0000"/>
                </a:solidFill>
              </a:rPr>
              <a:t> </a:t>
            </a:r>
            <a:r>
              <a:rPr lang="en-US" sz="1800" b="1" dirty="0" err="1" smtClean="0">
                <a:solidFill>
                  <a:srgbClr val="FF0000"/>
                </a:solidFill>
              </a:rPr>
              <a:t>báo</a:t>
            </a:r>
            <a:r>
              <a:rPr lang="en-US" sz="1800" b="1" dirty="0" smtClean="0">
                <a:solidFill>
                  <a:srgbClr val="FF0000"/>
                </a:solidFill>
              </a:rPr>
              <a:t> </a:t>
            </a:r>
            <a:r>
              <a:rPr lang="en-US" sz="1800" b="1" dirty="0" err="1" smtClean="0">
                <a:solidFill>
                  <a:srgbClr val="FF0000"/>
                </a:solidFill>
              </a:rPr>
              <a:t>đúng</a:t>
            </a:r>
            <a:r>
              <a:rPr lang="en-US" sz="1800" b="1" dirty="0" smtClean="0">
                <a:solidFill>
                  <a:srgbClr val="FF0000"/>
                </a:solidFill>
              </a:rPr>
              <a:t> allocation </a:t>
            </a:r>
            <a:r>
              <a:rPr lang="en-US" sz="1800" b="1" dirty="0" err="1" smtClean="0">
                <a:solidFill>
                  <a:srgbClr val="FF0000"/>
                </a:solidFill>
              </a:rPr>
              <a:t>của</a:t>
            </a:r>
            <a:r>
              <a:rPr lang="en-US" sz="1800" b="1" dirty="0" smtClean="0">
                <a:solidFill>
                  <a:srgbClr val="FF0000"/>
                </a:solidFill>
              </a:rPr>
              <a:t> </a:t>
            </a:r>
            <a:r>
              <a:rPr lang="en-US" sz="1800" b="1" dirty="0" err="1" smtClean="0">
                <a:solidFill>
                  <a:srgbClr val="FF0000"/>
                </a:solidFill>
              </a:rPr>
              <a:t>từng</a:t>
            </a:r>
            <a:r>
              <a:rPr lang="en-US" sz="1800" b="1" dirty="0" smtClean="0">
                <a:solidFill>
                  <a:srgbClr val="FF0000"/>
                </a:solidFill>
              </a:rPr>
              <a:t> </a:t>
            </a:r>
            <a:r>
              <a:rPr lang="en-US" sz="1800" b="1" dirty="0" err="1" smtClean="0">
                <a:solidFill>
                  <a:srgbClr val="FF0000"/>
                </a:solidFill>
              </a:rPr>
              <a:t>thành</a:t>
            </a:r>
            <a:r>
              <a:rPr lang="en-US" sz="1800" b="1" dirty="0" smtClean="0">
                <a:solidFill>
                  <a:srgbClr val="FF0000"/>
                </a:solidFill>
              </a:rPr>
              <a:t> </a:t>
            </a:r>
            <a:r>
              <a:rPr lang="en-US" sz="1800" b="1" dirty="0" err="1" smtClean="0">
                <a:solidFill>
                  <a:srgbClr val="FF0000"/>
                </a:solidFill>
              </a:rPr>
              <a:t>viên</a:t>
            </a:r>
            <a:r>
              <a:rPr lang="en-US" sz="1800" b="1" dirty="0" smtClean="0">
                <a:solidFill>
                  <a:srgbClr val="FF0000"/>
                </a:solidFill>
              </a:rPr>
              <a:t> </a:t>
            </a:r>
            <a:r>
              <a:rPr lang="en-US" sz="1800" b="1" dirty="0" err="1" smtClean="0">
                <a:solidFill>
                  <a:srgbClr val="FF0000"/>
                </a:solidFill>
              </a:rPr>
              <a:t>trong</a:t>
            </a:r>
            <a:r>
              <a:rPr lang="en-US" sz="1800" b="1" dirty="0" smtClean="0">
                <a:solidFill>
                  <a:srgbClr val="FF0000"/>
                </a:solidFill>
              </a:rPr>
              <a:t> </a:t>
            </a:r>
            <a:r>
              <a:rPr lang="en-US" sz="1800" b="1" dirty="0" err="1" smtClean="0">
                <a:solidFill>
                  <a:srgbClr val="FF0000"/>
                </a:solidFill>
              </a:rPr>
              <a:t>dự</a:t>
            </a:r>
            <a:r>
              <a:rPr lang="en-US" sz="1800" b="1" dirty="0" smtClean="0">
                <a:solidFill>
                  <a:srgbClr val="FF0000"/>
                </a:solidFill>
              </a:rPr>
              <a:t> </a:t>
            </a:r>
            <a:r>
              <a:rPr lang="en-US" sz="1800" b="1" dirty="0" err="1" smtClean="0">
                <a:solidFill>
                  <a:srgbClr val="FF0000"/>
                </a:solidFill>
              </a:rPr>
              <a:t>án</a:t>
            </a:r>
            <a:endParaRPr lang="en-US" sz="1800" b="1" dirty="0">
              <a:solidFill>
                <a:srgbClr val="FF0000"/>
              </a:solidFill>
            </a:endParaRPr>
          </a:p>
          <a:p>
            <a:pPr marL="174625" lvl="1" indent="0">
              <a:buNone/>
            </a:pPr>
            <a:endParaRPr lang="en-US" sz="180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8DA3321-EED7-40CA-B63F-ED99739708CB}" type="slidenum">
              <a:rPr lang="en-SG" altLang="en-US" smtClean="0"/>
              <a:pPr>
                <a:defRPr/>
              </a:pPr>
              <a:t>5</a:t>
            </a:fld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33554037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8DA3321-EED7-40CA-B63F-ED99739708CB}" type="slidenum">
              <a:rPr lang="en-SG" altLang="en-US" smtClean="0"/>
              <a:pPr>
                <a:defRPr/>
              </a:pPr>
              <a:t>6</a:t>
            </a:fld>
            <a:endParaRPr lang="en-SG" altLang="en-US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1628800"/>
            <a:ext cx="4484580" cy="2980928"/>
          </a:xfrm>
        </p:spPr>
      </p:pic>
    </p:spTree>
    <p:extLst>
      <p:ext uri="{BB962C8B-B14F-4D97-AF65-F5344CB8AC3E}">
        <p14:creationId xmlns:p14="http://schemas.microsoft.com/office/powerpoint/2010/main" val="254002440"/>
      </p:ext>
    </p:extLst>
  </p:cSld>
  <p:clrMapOvr>
    <a:masterClrMapping/>
  </p:clrMapOvr>
</p:sld>
</file>

<file path=ppt/theme/theme1.xml><?xml version="1.0" encoding="utf-8"?>
<a:theme xmlns:a="http://schemas.openxmlformats.org/drawingml/2006/main" name="IBMSoftware_RationalTemplate_v2003">
  <a:themeElements>
    <a:clrScheme name="IBMSoftware_RationalTemplate_v2003 1">
      <a:dk1>
        <a:srgbClr val="000000"/>
      </a:dk1>
      <a:lt1>
        <a:srgbClr val="FFFFFF"/>
      </a:lt1>
      <a:dk2>
        <a:srgbClr val="00649D"/>
      </a:dk2>
      <a:lt2>
        <a:srgbClr val="C0C0C0"/>
      </a:lt2>
      <a:accent1>
        <a:srgbClr val="8CC63F"/>
      </a:accent1>
      <a:accent2>
        <a:srgbClr val="00B0DA"/>
      </a:accent2>
      <a:accent3>
        <a:srgbClr val="FFFFFF"/>
      </a:accent3>
      <a:accent4>
        <a:srgbClr val="000000"/>
      </a:accent4>
      <a:accent5>
        <a:srgbClr val="C5DFAF"/>
      </a:accent5>
      <a:accent6>
        <a:srgbClr val="009FC5"/>
      </a:accent6>
      <a:hlink>
        <a:srgbClr val="00A6A0"/>
      </a:hlink>
      <a:folHlink>
        <a:srgbClr val="7F1C7D"/>
      </a:folHlink>
    </a:clrScheme>
    <a:fontScheme name="IBMSoftware_RationalTemplate_v2003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IBMSoftware_RationalTemplate_v2003 1">
        <a:dk1>
          <a:srgbClr val="000000"/>
        </a:dk1>
        <a:lt1>
          <a:srgbClr val="FFFFFF"/>
        </a:lt1>
        <a:dk2>
          <a:srgbClr val="00649D"/>
        </a:dk2>
        <a:lt2>
          <a:srgbClr val="C0C0C0"/>
        </a:lt2>
        <a:accent1>
          <a:srgbClr val="8CC63F"/>
        </a:accent1>
        <a:accent2>
          <a:srgbClr val="00B0DA"/>
        </a:accent2>
        <a:accent3>
          <a:srgbClr val="FFFFFF"/>
        </a:accent3>
        <a:accent4>
          <a:srgbClr val="000000"/>
        </a:accent4>
        <a:accent5>
          <a:srgbClr val="C5DFAF"/>
        </a:accent5>
        <a:accent6>
          <a:srgbClr val="009FC5"/>
        </a:accent6>
        <a:hlink>
          <a:srgbClr val="00A6A0"/>
        </a:hlink>
        <a:folHlink>
          <a:srgbClr val="7F1C7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11084</TotalTime>
  <Words>173</Words>
  <Application>Microsoft Office PowerPoint</Application>
  <PresentationFormat>On-screen Show (4:3)</PresentationFormat>
  <Paragraphs>23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Aharoni</vt:lpstr>
      <vt:lpstr>Arial</vt:lpstr>
      <vt:lpstr>Wingdings</vt:lpstr>
      <vt:lpstr>IBMSoftware_RationalTemplate_v2003</vt:lpstr>
      <vt:lpstr>Hướng dẫn lập kế hoạch &amp; theo dõi tiến độ trên công cụ IBM RTC</vt:lpstr>
      <vt:lpstr>Nội dung trình bày</vt:lpstr>
      <vt:lpstr>Mô hình sử dụng với quy trình Viettel Agile</vt:lpstr>
      <vt:lpstr>Hướng dẫn lập kế hoạch và kiểm soát tiến độ</vt:lpstr>
      <vt:lpstr>Hướng dẫn lập kế hoạch và kiểm soát tiến độ</vt:lpstr>
      <vt:lpstr>PowerPoint Presentation</vt:lpstr>
    </vt:vector>
  </TitlesOfParts>
  <Company>IBM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Ng Chi Rui</dc:creator>
  <cp:lastModifiedBy>Administrator</cp:lastModifiedBy>
  <cp:revision>270</cp:revision>
  <dcterms:created xsi:type="dcterms:W3CDTF">2014-12-15T10:04:17Z</dcterms:created>
  <dcterms:modified xsi:type="dcterms:W3CDTF">2015-03-06T02:33:56Z</dcterms:modified>
</cp:coreProperties>
</file>